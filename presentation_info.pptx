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0"/>
  </p:notesMasterIdLst>
  <p:sldIdLst>
    <p:sldId id="256" r:id="rId2"/>
    <p:sldId id="257" r:id="rId3"/>
    <p:sldId id="258" r:id="rId4"/>
    <p:sldId id="259" r:id="rId5"/>
    <p:sldId id="260" r:id="rId6"/>
    <p:sldId id="262" r:id="rId7"/>
    <p:sldId id="261"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C91FD8-9893-4E03-916D-2586281EECB6}" v="860" dt="2024-12-13T12:16:22.789"/>
    <p1510:client id="{FF6405B2-7A8F-4871-9576-6C089AC0A77B}" v="22" dt="2024-12-13T14:20:32.0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rryl Ngueti" userId="149c45d59e7b3b9e" providerId="LiveId" clId="{FF6405B2-7A8F-4871-9576-6C089AC0A77B}"/>
    <pc:docChg chg="undo custSel addSld modSld">
      <pc:chgData name="Terryl Ngueti" userId="149c45d59e7b3b9e" providerId="LiveId" clId="{FF6405B2-7A8F-4871-9576-6C089AC0A77B}" dt="2024-12-13T14:20:32.064" v="59"/>
      <pc:docMkLst>
        <pc:docMk/>
      </pc:docMkLst>
      <pc:sldChg chg="modAnim">
        <pc:chgData name="Terryl Ngueti" userId="149c45d59e7b3b9e" providerId="LiveId" clId="{FF6405B2-7A8F-4871-9576-6C089AC0A77B}" dt="2024-12-13T13:51:39.513" v="6"/>
        <pc:sldMkLst>
          <pc:docMk/>
          <pc:sldMk cId="634391574" sldId="256"/>
        </pc:sldMkLst>
      </pc:sldChg>
      <pc:sldChg chg="modAnim">
        <pc:chgData name="Terryl Ngueti" userId="149c45d59e7b3b9e" providerId="LiveId" clId="{FF6405B2-7A8F-4871-9576-6C089AC0A77B}" dt="2024-12-13T14:20:32.064" v="59"/>
        <pc:sldMkLst>
          <pc:docMk/>
          <pc:sldMk cId="3687601042" sldId="259"/>
        </pc:sldMkLst>
      </pc:sldChg>
      <pc:sldChg chg="modSp mod modAnim">
        <pc:chgData name="Terryl Ngueti" userId="149c45d59e7b3b9e" providerId="LiveId" clId="{FF6405B2-7A8F-4871-9576-6C089AC0A77B}" dt="2024-12-13T14:19:43.729" v="54"/>
        <pc:sldMkLst>
          <pc:docMk/>
          <pc:sldMk cId="3599382449" sldId="260"/>
        </pc:sldMkLst>
        <pc:spChg chg="mod">
          <ac:chgData name="Terryl Ngueti" userId="149c45d59e7b3b9e" providerId="LiveId" clId="{FF6405B2-7A8F-4871-9576-6C089AC0A77B}" dt="2024-12-13T13:12:24.946" v="0" actId="255"/>
          <ac:spMkLst>
            <pc:docMk/>
            <pc:sldMk cId="3599382449" sldId="260"/>
            <ac:spMk id="6" creationId="{E8204890-F4E1-0BB5-CD69-BBBD49EF37F2}"/>
          </ac:spMkLst>
        </pc:spChg>
      </pc:sldChg>
      <pc:sldChg chg="modAnim">
        <pc:chgData name="Terryl Ngueti" userId="149c45d59e7b3b9e" providerId="LiveId" clId="{FF6405B2-7A8F-4871-9576-6C089AC0A77B}" dt="2024-12-13T13:52:15.716" v="8"/>
        <pc:sldMkLst>
          <pc:docMk/>
          <pc:sldMk cId="3237501159" sldId="261"/>
        </pc:sldMkLst>
      </pc:sldChg>
      <pc:sldChg chg="addSp delSp modSp new mod setBg modAnim">
        <pc:chgData name="Terryl Ngueti" userId="149c45d59e7b3b9e" providerId="LiveId" clId="{FF6405B2-7A8F-4871-9576-6C089AC0A77B}" dt="2024-12-13T14:00:33.312" v="50" actId="14100"/>
        <pc:sldMkLst>
          <pc:docMk/>
          <pc:sldMk cId="412950497" sldId="263"/>
        </pc:sldMkLst>
        <pc:spChg chg="add mod">
          <ac:chgData name="Terryl Ngueti" userId="149c45d59e7b3b9e" providerId="LiveId" clId="{FF6405B2-7A8F-4871-9576-6C089AC0A77B}" dt="2024-12-13T13:59:47.391" v="47" actId="1076"/>
          <ac:spMkLst>
            <pc:docMk/>
            <pc:sldMk cId="412950497" sldId="263"/>
            <ac:spMk id="2" creationId="{57155C20-B1C5-ADFE-FE1A-003922058326}"/>
          </ac:spMkLst>
        </pc:spChg>
        <pc:spChg chg="add del">
          <ac:chgData name="Terryl Ngueti" userId="149c45d59e7b3b9e" providerId="LiveId" clId="{FF6405B2-7A8F-4871-9576-6C089AC0A77B}" dt="2024-12-13T13:59:25.758" v="43" actId="26606"/>
          <ac:spMkLst>
            <pc:docMk/>
            <pc:sldMk cId="412950497" sldId="263"/>
            <ac:spMk id="67" creationId="{CD614432-46FD-4B63-8194-64F233F94135}"/>
          </ac:spMkLst>
        </pc:spChg>
        <pc:spChg chg="add del">
          <ac:chgData name="Terryl Ngueti" userId="149c45d59e7b3b9e" providerId="LiveId" clId="{FF6405B2-7A8F-4871-9576-6C089AC0A77B}" dt="2024-12-13T13:59:25.758" v="43" actId="26606"/>
          <ac:spMkLst>
            <pc:docMk/>
            <pc:sldMk cId="412950497" sldId="263"/>
            <ac:spMk id="127" creationId="{7C914900-562F-42A1-9E63-CD117E0CA000}"/>
          </ac:spMkLst>
        </pc:spChg>
        <pc:spChg chg="add">
          <ac:chgData name="Terryl Ngueti" userId="149c45d59e7b3b9e" providerId="LiveId" clId="{FF6405B2-7A8F-4871-9576-6C089AC0A77B}" dt="2024-12-13T13:59:25.803" v="44" actId="26606"/>
          <ac:spMkLst>
            <pc:docMk/>
            <pc:sldMk cId="412950497" sldId="263"/>
            <ac:spMk id="185" creationId="{01958E0A-0BC1-424F-9B41-D614FC13A47E}"/>
          </ac:spMkLst>
        </pc:spChg>
        <pc:grpChg chg="add del">
          <ac:chgData name="Terryl Ngueti" userId="149c45d59e7b3b9e" providerId="LiveId" clId="{FF6405B2-7A8F-4871-9576-6C089AC0A77B}" dt="2024-12-13T13:59:25.758" v="43" actId="26606"/>
          <ac:grpSpMkLst>
            <pc:docMk/>
            <pc:sldMk cId="412950497" sldId="263"/>
            <ac:grpSpMk id="11" creationId="{AB86F577-8905-4B21-8AF3-C1BB3433775D}"/>
          </ac:grpSpMkLst>
        </pc:grpChg>
        <pc:grpChg chg="add del">
          <ac:chgData name="Terryl Ngueti" userId="149c45d59e7b3b9e" providerId="LiveId" clId="{FF6405B2-7A8F-4871-9576-6C089AC0A77B}" dt="2024-12-13T13:59:25.758" v="43" actId="26606"/>
          <ac:grpSpMkLst>
            <pc:docMk/>
            <pc:sldMk cId="412950497" sldId="263"/>
            <ac:grpSpMk id="69" creationId="{57D43E06-E0E9-45FB-9DD8-4513BF040A64}"/>
          </ac:grpSpMkLst>
        </pc:grpChg>
        <pc:grpChg chg="add">
          <ac:chgData name="Terryl Ngueti" userId="149c45d59e7b3b9e" providerId="LiveId" clId="{FF6405B2-7A8F-4871-9576-6C089AC0A77B}" dt="2024-12-13T13:59:25.803" v="44" actId="26606"/>
          <ac:grpSpMkLst>
            <pc:docMk/>
            <pc:sldMk cId="412950497" sldId="263"/>
            <ac:grpSpMk id="130" creationId="{9795E515-5F57-431F-9A0D-3A0419DF7572}"/>
          </ac:grpSpMkLst>
        </pc:grpChg>
        <pc:picChg chg="add mod">
          <ac:chgData name="Terryl Ngueti" userId="149c45d59e7b3b9e" providerId="LiveId" clId="{FF6405B2-7A8F-4871-9576-6C089AC0A77B}" dt="2024-12-13T14:00:33.312" v="50" actId="14100"/>
          <ac:picMkLst>
            <pc:docMk/>
            <pc:sldMk cId="412950497" sldId="263"/>
            <ac:picMk id="4" creationId="{B903D2B2-1318-8DD2-F566-967B6EAF611C}"/>
          </ac:picMkLst>
        </pc:picChg>
        <pc:picChg chg="add del">
          <ac:chgData name="Terryl Ngueti" userId="149c45d59e7b3b9e" providerId="LiveId" clId="{FF6405B2-7A8F-4871-9576-6C089AC0A77B}" dt="2024-12-13T13:59:25.758" v="43" actId="26606"/>
          <ac:picMkLst>
            <pc:docMk/>
            <pc:sldMk cId="412950497" sldId="263"/>
            <ac:picMk id="9" creationId="{678E285C-BE9E-45B7-A3EE-B9792DAE9917}"/>
          </ac:picMkLst>
        </pc:picChg>
        <pc:picChg chg="add del">
          <ac:chgData name="Terryl Ngueti" userId="149c45d59e7b3b9e" providerId="LiveId" clId="{FF6405B2-7A8F-4871-9576-6C089AC0A77B}" dt="2024-12-13T13:59:25.758" v="43" actId="26606"/>
          <ac:picMkLst>
            <pc:docMk/>
            <pc:sldMk cId="412950497" sldId="263"/>
            <ac:picMk id="125" creationId="{0B0BC616-AF73-491B-AACB-A8C3A548B639}"/>
          </ac:picMkLst>
        </pc:picChg>
        <pc:picChg chg="add">
          <ac:chgData name="Terryl Ngueti" userId="149c45d59e7b3b9e" providerId="LiveId" clId="{FF6405B2-7A8F-4871-9576-6C089AC0A77B}" dt="2024-12-13T13:59:25.803" v="44" actId="26606"/>
          <ac:picMkLst>
            <pc:docMk/>
            <pc:sldMk cId="412950497" sldId="263"/>
            <ac:picMk id="129" creationId="{50C065C3-0FE3-4452-B765-CB05BBB2A98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FC7D29-5BC5-49E7-9673-E28CE734A0B5}" type="datetimeFigureOut">
              <a:rPr lang="fr-FR" smtClean="0"/>
              <a:t>13/12/2024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541989-3384-4692-947F-ED5B83DE52FC}" type="slidenum">
              <a:rPr lang="fr-FR" smtClean="0"/>
              <a:t>‹N°›</a:t>
            </a:fld>
            <a:endParaRPr lang="fr-FR"/>
          </a:p>
        </p:txBody>
      </p:sp>
    </p:spTree>
    <p:extLst>
      <p:ext uri="{BB962C8B-B14F-4D97-AF65-F5344CB8AC3E}">
        <p14:creationId xmlns:p14="http://schemas.microsoft.com/office/powerpoint/2010/main" val="651922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5541989-3384-4692-947F-ED5B83DE52FC}" type="slidenum">
              <a:rPr lang="fr-FR" smtClean="0"/>
              <a:t>1</a:t>
            </a:fld>
            <a:endParaRPr lang="fr-FR"/>
          </a:p>
        </p:txBody>
      </p:sp>
    </p:spTree>
    <p:extLst>
      <p:ext uri="{BB962C8B-B14F-4D97-AF65-F5344CB8AC3E}">
        <p14:creationId xmlns:p14="http://schemas.microsoft.com/office/powerpoint/2010/main" val="37341896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fr-FR"/>
              <a:t>Modifiez le style du titre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BDBA75F4-91D1-40D9-B5CF-AF3929254F90}" type="datetimeFigureOut">
              <a:rPr lang="fr-FR" smtClean="0"/>
              <a:t>13/12/2024</a:t>
            </a:fld>
            <a:endParaRPr lang="fr-FR"/>
          </a:p>
        </p:txBody>
      </p:sp>
      <p:sp>
        <p:nvSpPr>
          <p:cNvPr id="5" name="Footer Placeholder 4"/>
          <p:cNvSpPr>
            <a:spLocks noGrp="1"/>
          </p:cNvSpPr>
          <p:nvPr>
            <p:ph type="ftr" sz="quarter" idx="11"/>
          </p:nvPr>
        </p:nvSpPr>
        <p:spPr>
          <a:xfrm>
            <a:off x="1876424" y="5410201"/>
            <a:ext cx="5124886" cy="365125"/>
          </a:xfrm>
        </p:spPr>
        <p:txBody>
          <a:bodyPr/>
          <a:lstStyle/>
          <a:p>
            <a:endParaRPr lang="fr-FR"/>
          </a:p>
        </p:txBody>
      </p:sp>
      <p:sp>
        <p:nvSpPr>
          <p:cNvPr id="6" name="Slide Number Placeholder 5"/>
          <p:cNvSpPr>
            <a:spLocks noGrp="1"/>
          </p:cNvSpPr>
          <p:nvPr>
            <p:ph type="sldNum" sz="quarter" idx="12"/>
          </p:nvPr>
        </p:nvSpPr>
        <p:spPr>
          <a:xfrm>
            <a:off x="9896911" y="5410199"/>
            <a:ext cx="771089" cy="365125"/>
          </a:xfrm>
        </p:spPr>
        <p:txBody>
          <a:bodyPr/>
          <a:lstStyle/>
          <a:p>
            <a:fld id="{A01228D3-71F9-420A-85FC-CDC32F858930}" type="slidenum">
              <a:rPr lang="fr-FR" smtClean="0"/>
              <a:t>‹N°›</a:t>
            </a:fld>
            <a:endParaRPr lang="fr-FR"/>
          </a:p>
        </p:txBody>
      </p:sp>
    </p:spTree>
    <p:extLst>
      <p:ext uri="{BB962C8B-B14F-4D97-AF65-F5344CB8AC3E}">
        <p14:creationId xmlns:p14="http://schemas.microsoft.com/office/powerpoint/2010/main" val="1007077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DBA75F4-91D1-40D9-B5CF-AF3929254F90}" type="datetimeFigureOut">
              <a:rPr lang="fr-FR" smtClean="0"/>
              <a:t>13/12/2024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01228D3-71F9-420A-85FC-CDC32F858930}" type="slidenum">
              <a:rPr lang="fr-FR" smtClean="0"/>
              <a:t>‹N°›</a:t>
            </a:fld>
            <a:endParaRPr lang="fr-FR"/>
          </a:p>
        </p:txBody>
      </p:sp>
    </p:spTree>
    <p:extLst>
      <p:ext uri="{BB962C8B-B14F-4D97-AF65-F5344CB8AC3E}">
        <p14:creationId xmlns:p14="http://schemas.microsoft.com/office/powerpoint/2010/main" val="3654013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fr-FR"/>
              <a:t>Modifiez le style du titre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DBA75F4-91D1-40D9-B5CF-AF3929254F90}" type="datetimeFigureOut">
              <a:rPr lang="fr-FR" smtClean="0"/>
              <a:t>13/12/2024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01228D3-71F9-420A-85FC-CDC32F858930}" type="slidenum">
              <a:rPr lang="fr-FR" smtClean="0"/>
              <a:t>‹N°›</a:t>
            </a:fld>
            <a:endParaRPr lang="fr-FR"/>
          </a:p>
        </p:txBody>
      </p:sp>
    </p:spTree>
    <p:extLst>
      <p:ext uri="{BB962C8B-B14F-4D97-AF65-F5344CB8AC3E}">
        <p14:creationId xmlns:p14="http://schemas.microsoft.com/office/powerpoint/2010/main" val="1648559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DBA75F4-91D1-40D9-B5CF-AF3929254F90}" type="datetimeFigureOut">
              <a:rPr lang="fr-FR" smtClean="0"/>
              <a:t>13/12/2024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01228D3-71F9-420A-85FC-CDC32F858930}" type="slidenum">
              <a:rPr lang="fr-FR" smtClean="0"/>
              <a:t>‹N°›</a:t>
            </a:fld>
            <a:endParaRPr lang="fr-FR"/>
          </a:p>
        </p:txBody>
      </p:sp>
    </p:spTree>
    <p:extLst>
      <p:ext uri="{BB962C8B-B14F-4D97-AF65-F5344CB8AC3E}">
        <p14:creationId xmlns:p14="http://schemas.microsoft.com/office/powerpoint/2010/main" val="660228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fr-FR"/>
              <a:t>Modifiez le style du titre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141410" y="3073397"/>
            <a:ext cx="4878391" cy="271780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3073397"/>
            <a:ext cx="4875210" cy="271780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BDBA75F4-91D1-40D9-B5CF-AF3929254F90}" type="datetimeFigureOut">
              <a:rPr lang="fr-FR" smtClean="0"/>
              <a:t>13/12/2024</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A01228D3-71F9-420A-85FC-CDC32F858930}" type="slidenum">
              <a:rPr lang="fr-FR" smtClean="0"/>
              <a:t>‹N°›</a:t>
            </a:fld>
            <a:endParaRPr lang="fr-FR"/>
          </a:p>
        </p:txBody>
      </p:sp>
    </p:spTree>
    <p:extLst>
      <p:ext uri="{BB962C8B-B14F-4D97-AF65-F5344CB8AC3E}">
        <p14:creationId xmlns:p14="http://schemas.microsoft.com/office/powerpoint/2010/main" val="2239580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BDBA75F4-91D1-40D9-B5CF-AF3929254F90}" type="datetimeFigureOut">
              <a:rPr lang="fr-FR" smtClean="0"/>
              <a:t>13/12/2024</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A01228D3-71F9-420A-85FC-CDC32F858930}" type="slidenum">
              <a:rPr lang="fr-FR" smtClean="0"/>
              <a:t>‹N°›</a:t>
            </a:fld>
            <a:endParaRPr lang="fr-FR"/>
          </a:p>
        </p:txBody>
      </p:sp>
    </p:spTree>
    <p:extLst>
      <p:ext uri="{BB962C8B-B14F-4D97-AF65-F5344CB8AC3E}">
        <p14:creationId xmlns:p14="http://schemas.microsoft.com/office/powerpoint/2010/main" val="847874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BA75F4-91D1-40D9-B5CF-AF3929254F90}" type="datetimeFigureOut">
              <a:rPr lang="fr-FR" smtClean="0"/>
              <a:t>13/12/2024</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A01228D3-71F9-420A-85FC-CDC32F858930}" type="slidenum">
              <a:rPr lang="fr-FR" smtClean="0"/>
              <a:t>‹N°›</a:t>
            </a:fld>
            <a:endParaRPr lang="fr-FR"/>
          </a:p>
        </p:txBody>
      </p:sp>
    </p:spTree>
    <p:extLst>
      <p:ext uri="{BB962C8B-B14F-4D97-AF65-F5344CB8AC3E}">
        <p14:creationId xmlns:p14="http://schemas.microsoft.com/office/powerpoint/2010/main" val="2877201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DBA75F4-91D1-40D9-B5CF-AF3929254F90}" type="datetimeFigureOut">
              <a:rPr lang="fr-FR" smtClean="0"/>
              <a:t>13/12/2024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01228D3-71F9-420A-85FC-CDC32F858930}" type="slidenum">
              <a:rPr lang="fr-FR" smtClean="0"/>
              <a:t>‹N°›</a:t>
            </a:fld>
            <a:endParaRPr lang="fr-FR"/>
          </a:p>
        </p:txBody>
      </p:sp>
    </p:spTree>
    <p:extLst>
      <p:ext uri="{BB962C8B-B14F-4D97-AF65-F5344CB8AC3E}">
        <p14:creationId xmlns:p14="http://schemas.microsoft.com/office/powerpoint/2010/main" val="458607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DBA75F4-91D1-40D9-B5CF-AF3929254F90}" type="datetimeFigureOut">
              <a:rPr lang="fr-FR" smtClean="0"/>
              <a:t>13/12/2024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01228D3-71F9-420A-85FC-CDC32F858930}" type="slidenum">
              <a:rPr lang="fr-FR" smtClean="0"/>
              <a:t>‹N°›</a:t>
            </a:fld>
            <a:endParaRPr lang="fr-FR"/>
          </a:p>
        </p:txBody>
      </p:sp>
    </p:spTree>
    <p:extLst>
      <p:ext uri="{BB962C8B-B14F-4D97-AF65-F5344CB8AC3E}">
        <p14:creationId xmlns:p14="http://schemas.microsoft.com/office/powerpoint/2010/main" val="3020371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fr-FR"/>
              <a:t>Cliquez sur l'icône pour ajouter une image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DBA75F4-91D1-40D9-B5CF-AF3929254F90}" type="datetimeFigureOut">
              <a:rPr lang="fr-FR" smtClean="0"/>
              <a:t>13/12/2024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01228D3-71F9-420A-85FC-CDC32F858930}" type="slidenum">
              <a:rPr lang="fr-FR" smtClean="0"/>
              <a:t>‹N°›</a:t>
            </a:fld>
            <a:endParaRPr lang="fr-FR"/>
          </a:p>
        </p:txBody>
      </p:sp>
    </p:spTree>
    <p:extLst>
      <p:ext uri="{BB962C8B-B14F-4D97-AF65-F5344CB8AC3E}">
        <p14:creationId xmlns:p14="http://schemas.microsoft.com/office/powerpoint/2010/main" val="2055984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fr-FR"/>
              <a:t>Modifiez le style du titre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DBA75F4-91D1-40D9-B5CF-AF3929254F90}" type="datetimeFigureOut">
              <a:rPr lang="fr-FR" smtClean="0"/>
              <a:t>13/12/2024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01228D3-71F9-420A-85FC-CDC32F858930}" type="slidenum">
              <a:rPr lang="fr-FR" smtClean="0"/>
              <a:t>‹N°›</a:t>
            </a:fld>
            <a:endParaRPr lang="fr-FR"/>
          </a:p>
        </p:txBody>
      </p:sp>
    </p:spTree>
    <p:extLst>
      <p:ext uri="{BB962C8B-B14F-4D97-AF65-F5344CB8AC3E}">
        <p14:creationId xmlns:p14="http://schemas.microsoft.com/office/powerpoint/2010/main" val="36345093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fr-FR"/>
              <a:t>Modifiez le style du titre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DBA75F4-91D1-40D9-B5CF-AF3929254F90}" type="datetimeFigureOut">
              <a:rPr lang="fr-FR" smtClean="0"/>
              <a:t>13/12/2024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01228D3-71F9-420A-85FC-CDC32F858930}" type="slidenum">
              <a:rPr lang="fr-FR" smtClean="0"/>
              <a:t>‹N°›</a:t>
            </a:fld>
            <a:endParaRPr lang="fr-FR"/>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2598807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fr-FR"/>
              <a:t>Modifiez le style du titre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DBA75F4-91D1-40D9-B5CF-AF3929254F90}" type="datetimeFigureOut">
              <a:rPr lang="fr-FR" smtClean="0"/>
              <a:t>13/12/2024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01228D3-71F9-420A-85FC-CDC32F858930}" type="slidenum">
              <a:rPr lang="fr-FR" smtClean="0"/>
              <a:t>‹N°›</a:t>
            </a:fld>
            <a:endParaRPr lang="fr-FR"/>
          </a:p>
        </p:txBody>
      </p:sp>
    </p:spTree>
    <p:extLst>
      <p:ext uri="{BB962C8B-B14F-4D97-AF65-F5344CB8AC3E}">
        <p14:creationId xmlns:p14="http://schemas.microsoft.com/office/powerpoint/2010/main" val="3032631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fr-FR"/>
              <a:t>Modifiez le style du titre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BDBA75F4-91D1-40D9-B5CF-AF3929254F90}" type="datetimeFigureOut">
              <a:rPr lang="fr-FR" smtClean="0"/>
              <a:t>13/12/2024</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A01228D3-71F9-420A-85FC-CDC32F858930}" type="slidenum">
              <a:rPr lang="fr-FR" smtClean="0"/>
              <a:t>‹N°›</a:t>
            </a:fld>
            <a:endParaRPr lang="fr-FR"/>
          </a:p>
        </p:txBody>
      </p:sp>
    </p:spTree>
    <p:extLst>
      <p:ext uri="{BB962C8B-B14F-4D97-AF65-F5344CB8AC3E}">
        <p14:creationId xmlns:p14="http://schemas.microsoft.com/office/powerpoint/2010/main" val="33137229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fr-FR"/>
              <a:t>Modifiez le style du titre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BDBA75F4-91D1-40D9-B5CF-AF3929254F90}" type="datetimeFigureOut">
              <a:rPr lang="fr-FR" smtClean="0"/>
              <a:t>13/12/2024</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A01228D3-71F9-420A-85FC-CDC32F858930}" type="slidenum">
              <a:rPr lang="fr-FR" smtClean="0"/>
              <a:t>‹N°›</a:t>
            </a:fld>
            <a:endParaRPr lang="fr-FR"/>
          </a:p>
        </p:txBody>
      </p:sp>
    </p:spTree>
    <p:extLst>
      <p:ext uri="{BB962C8B-B14F-4D97-AF65-F5344CB8AC3E}">
        <p14:creationId xmlns:p14="http://schemas.microsoft.com/office/powerpoint/2010/main" val="20090725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DBA75F4-91D1-40D9-B5CF-AF3929254F90}" type="datetimeFigureOut">
              <a:rPr lang="fr-FR" smtClean="0"/>
              <a:t>13/12/2024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01228D3-71F9-420A-85FC-CDC32F858930}" type="slidenum">
              <a:rPr lang="fr-FR" smtClean="0"/>
              <a:t>‹N°›</a:t>
            </a:fld>
            <a:endParaRPr lang="fr-FR"/>
          </a:p>
        </p:txBody>
      </p:sp>
    </p:spTree>
    <p:extLst>
      <p:ext uri="{BB962C8B-B14F-4D97-AF65-F5344CB8AC3E}">
        <p14:creationId xmlns:p14="http://schemas.microsoft.com/office/powerpoint/2010/main" val="41285843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DBA75F4-91D1-40D9-B5CF-AF3929254F90}" type="datetimeFigureOut">
              <a:rPr lang="fr-FR" smtClean="0"/>
              <a:t>13/12/2024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01228D3-71F9-420A-85FC-CDC32F858930}" type="slidenum">
              <a:rPr lang="fr-FR" smtClean="0"/>
              <a:t>‹N°›</a:t>
            </a:fld>
            <a:endParaRPr lang="fr-FR"/>
          </a:p>
        </p:txBody>
      </p:sp>
    </p:spTree>
    <p:extLst>
      <p:ext uri="{BB962C8B-B14F-4D97-AF65-F5344CB8AC3E}">
        <p14:creationId xmlns:p14="http://schemas.microsoft.com/office/powerpoint/2010/main" val="1954740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DBA75F4-91D1-40D9-B5CF-AF3929254F90}" type="datetimeFigureOut">
              <a:rPr lang="fr-FR" smtClean="0"/>
              <a:t>13/12/2024</a:t>
            </a:fld>
            <a:endParaRPr lang="fr-FR"/>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01228D3-71F9-420A-85FC-CDC32F858930}" type="slidenum">
              <a:rPr lang="fr-FR" smtClean="0"/>
              <a:t>‹N°›</a:t>
            </a:fld>
            <a:endParaRPr lang="fr-FR"/>
          </a:p>
        </p:txBody>
      </p:sp>
    </p:spTree>
    <p:extLst>
      <p:ext uri="{BB962C8B-B14F-4D97-AF65-F5344CB8AC3E}">
        <p14:creationId xmlns:p14="http://schemas.microsoft.com/office/powerpoint/2010/main" val="39526359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91000">
              <a:schemeClr val="bg2">
                <a:lumMod val="50000"/>
              </a:schemeClr>
            </a:gs>
            <a:gs pos="44000">
              <a:schemeClr val="bg2">
                <a:lumMod val="40000"/>
                <a:lumOff val="60000"/>
              </a:schemeClr>
            </a:gs>
          </a:gsLst>
          <a:lin ang="5400000" scaled="1"/>
        </a:gradFill>
        <a:effectLst/>
      </p:bgPr>
    </p:bg>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B41ADDC6-AE76-D5AF-6B3F-225295570D35}"/>
              </a:ext>
            </a:extLst>
          </p:cNvPr>
          <p:cNvSpPr txBox="1"/>
          <p:nvPr/>
        </p:nvSpPr>
        <p:spPr>
          <a:xfrm>
            <a:off x="1763487" y="1628384"/>
            <a:ext cx="7674428" cy="954107"/>
          </a:xfrm>
          <a:prstGeom prst="rect">
            <a:avLst/>
          </a:prstGeom>
          <a:noFill/>
        </p:spPr>
        <p:txBody>
          <a:bodyPr wrap="square" rtlCol="0">
            <a:spAutoFit/>
          </a:bodyPr>
          <a:lstStyle/>
          <a:p>
            <a:r>
              <a:rPr lang="fr-FR" sz="2800" b="1" dirty="0">
                <a:latin typeface="Agency FB" panose="020B0503020202020204" pitchFamily="34" charset="0"/>
              </a:rPr>
              <a:t>SIMULATION</a:t>
            </a:r>
            <a:r>
              <a:rPr lang="fr-FR" sz="2800" b="1" dirty="0">
                <a:effectLst/>
                <a:latin typeface="Agency FB" panose="020B0503020202020204" pitchFamily="34" charset="0"/>
              </a:rPr>
              <a:t> D’UN ROBOT AUTONOME DE CARTOGRAPHIE</a:t>
            </a:r>
          </a:p>
          <a:p>
            <a:endParaRPr lang="fr-FR" sz="2800" dirty="0"/>
          </a:p>
        </p:txBody>
      </p:sp>
      <p:sp>
        <p:nvSpPr>
          <p:cNvPr id="17" name="ZoneTexte 16">
            <a:extLst>
              <a:ext uri="{FF2B5EF4-FFF2-40B4-BE49-F238E27FC236}">
                <a16:creationId xmlns:a16="http://schemas.microsoft.com/office/drawing/2014/main" id="{4E618612-009B-5EE1-2422-0AD4FC9B6817}"/>
              </a:ext>
            </a:extLst>
          </p:cNvPr>
          <p:cNvSpPr txBox="1"/>
          <p:nvPr/>
        </p:nvSpPr>
        <p:spPr>
          <a:xfrm>
            <a:off x="5410200" y="3842657"/>
            <a:ext cx="5682343" cy="369332"/>
          </a:xfrm>
          <a:prstGeom prst="rect">
            <a:avLst/>
          </a:prstGeom>
          <a:noFill/>
        </p:spPr>
        <p:txBody>
          <a:bodyPr wrap="square" rtlCol="0">
            <a:spAutoFit/>
          </a:bodyPr>
          <a:lstStyle/>
          <a:p>
            <a:r>
              <a:rPr lang="fr-FR" dirty="0">
                <a:latin typeface="ADLaM Display" panose="02010000000000000000" pitchFamily="2" charset="0"/>
                <a:ea typeface="ADLaM Display" panose="02010000000000000000" pitchFamily="2" charset="0"/>
                <a:cs typeface="ADLaM Display" panose="02010000000000000000" pitchFamily="2" charset="0"/>
              </a:rPr>
              <a:t>MEMBRES DU GROUPE :</a:t>
            </a:r>
          </a:p>
        </p:txBody>
      </p:sp>
      <p:sp>
        <p:nvSpPr>
          <p:cNvPr id="18" name="ZoneTexte 17">
            <a:extLst>
              <a:ext uri="{FF2B5EF4-FFF2-40B4-BE49-F238E27FC236}">
                <a16:creationId xmlns:a16="http://schemas.microsoft.com/office/drawing/2014/main" id="{B1A6938F-8B3E-FFFA-A59F-F47844A6572E}"/>
              </a:ext>
            </a:extLst>
          </p:cNvPr>
          <p:cNvSpPr txBox="1"/>
          <p:nvPr/>
        </p:nvSpPr>
        <p:spPr>
          <a:xfrm>
            <a:off x="6923315" y="4407931"/>
            <a:ext cx="4169228" cy="923330"/>
          </a:xfrm>
          <a:prstGeom prst="rect">
            <a:avLst/>
          </a:prstGeom>
          <a:noFill/>
        </p:spPr>
        <p:txBody>
          <a:bodyPr wrap="square" rtlCol="0">
            <a:spAutoFit/>
          </a:bodyPr>
          <a:lstStyle/>
          <a:p>
            <a:pPr marL="285750" indent="-285750">
              <a:buFont typeface="Wingdings" panose="05000000000000000000" pitchFamily="2" charset="2"/>
              <a:buChar char="q"/>
            </a:pPr>
            <a:r>
              <a:rPr lang="fr-FR" dirty="0">
                <a:latin typeface="Algerian" panose="04020705040A02060702" pitchFamily="82" charset="0"/>
              </a:rPr>
              <a:t>NGUETI </a:t>
            </a:r>
            <a:r>
              <a:rPr lang="fr-FR" dirty="0">
                <a:effectLst/>
                <a:latin typeface="Algerian" panose="04020705040A02060702" pitchFamily="82" charset="0"/>
              </a:rPr>
              <a:t> NGOUADJIO </a:t>
            </a:r>
            <a:r>
              <a:rPr lang="fr-FR" dirty="0">
                <a:latin typeface="Algerian" panose="04020705040A02060702" pitchFamily="82" charset="0"/>
              </a:rPr>
              <a:t>T</a:t>
            </a:r>
            <a:r>
              <a:rPr lang="fr-FR" dirty="0">
                <a:effectLst/>
                <a:latin typeface="Algerian" panose="04020705040A02060702" pitchFamily="82" charset="0"/>
              </a:rPr>
              <a:t>erryl</a:t>
            </a:r>
            <a:endParaRPr lang="fr-FR" dirty="0">
              <a:latin typeface="Algerian" panose="04020705040A02060702" pitchFamily="82" charset="0"/>
            </a:endParaRPr>
          </a:p>
          <a:p>
            <a:pPr marL="285750" indent="-285750">
              <a:buFont typeface="Wingdings" panose="05000000000000000000" pitchFamily="2" charset="2"/>
              <a:buChar char="q"/>
            </a:pPr>
            <a:r>
              <a:rPr lang="fr-FR" dirty="0">
                <a:latin typeface="Algerian" panose="04020705040A02060702" pitchFamily="82" charset="0"/>
              </a:rPr>
              <a:t>NDE FOTSO William</a:t>
            </a:r>
          </a:p>
          <a:p>
            <a:pPr marL="285750" indent="-285750">
              <a:buFont typeface="Wingdings" panose="05000000000000000000" pitchFamily="2" charset="2"/>
              <a:buChar char="q"/>
            </a:pPr>
            <a:r>
              <a:rPr lang="fr-FR" dirty="0">
                <a:latin typeface="Algerian" panose="04020705040A02060702" pitchFamily="82" charset="0"/>
              </a:rPr>
              <a:t>NGOUA </a:t>
            </a:r>
            <a:r>
              <a:rPr lang="fr-FR" dirty="0">
                <a:effectLst/>
                <a:latin typeface="Algerian" panose="04020705040A02060702" pitchFamily="82" charset="0"/>
              </a:rPr>
              <a:t>ESSONO</a:t>
            </a:r>
            <a:r>
              <a:rPr lang="fr-FR" dirty="0">
                <a:latin typeface="Algerian" panose="04020705040A02060702" pitchFamily="82" charset="0"/>
              </a:rPr>
              <a:t> </a:t>
            </a:r>
            <a:r>
              <a:rPr lang="fr-FR" dirty="0">
                <a:effectLst/>
                <a:latin typeface="Algerian" panose="04020705040A02060702" pitchFamily="82" charset="0"/>
              </a:rPr>
              <a:t>Yeho Nathan</a:t>
            </a:r>
          </a:p>
        </p:txBody>
      </p:sp>
      <p:pic>
        <p:nvPicPr>
          <p:cNvPr id="20" name="Image 19" descr="Une image contenant texte, Police, logo, Graphique&#10;&#10;Description générée automatiquement">
            <a:extLst>
              <a:ext uri="{FF2B5EF4-FFF2-40B4-BE49-F238E27FC236}">
                <a16:creationId xmlns:a16="http://schemas.microsoft.com/office/drawing/2014/main" id="{43154C12-F477-F0FD-76C4-CD5C658FBF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43364" y="448235"/>
            <a:ext cx="919897" cy="874091"/>
          </a:xfrm>
          <a:prstGeom prst="rect">
            <a:avLst/>
          </a:prstGeom>
        </p:spPr>
      </p:pic>
      <p:pic>
        <p:nvPicPr>
          <p:cNvPr id="22" name="Image 21" descr="Une image contenant texte, Police, logo, Graphique&#10;&#10;Description générée automatiquement">
            <a:extLst>
              <a:ext uri="{FF2B5EF4-FFF2-40B4-BE49-F238E27FC236}">
                <a16:creationId xmlns:a16="http://schemas.microsoft.com/office/drawing/2014/main" id="{3EE620FA-3775-E939-F11D-B7C02C8C8D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31939" y="74547"/>
            <a:ext cx="2484110" cy="1206672"/>
          </a:xfrm>
          <a:prstGeom prst="rect">
            <a:avLst/>
          </a:prstGeom>
        </p:spPr>
      </p:pic>
    </p:spTree>
    <p:extLst>
      <p:ext uri="{BB962C8B-B14F-4D97-AF65-F5344CB8AC3E}">
        <p14:creationId xmlns:p14="http://schemas.microsoft.com/office/powerpoint/2010/main" val="634391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500"/>
                                        <p:tgtEl>
                                          <p:spTgt spid="17"/>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7"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2000">
              <a:schemeClr val="bg2">
                <a:lumMod val="50000"/>
              </a:schemeClr>
            </a:gs>
            <a:gs pos="74000">
              <a:schemeClr val="accent1">
                <a:lumMod val="45000"/>
                <a:lumOff val="55000"/>
              </a:schemeClr>
            </a:gs>
            <a:gs pos="83000">
              <a:schemeClr val="bg1"/>
            </a:gs>
            <a:gs pos="100000">
              <a:schemeClr val="bg1"/>
            </a:gs>
          </a:gsLst>
          <a:lin ang="5400000" scaled="1"/>
        </a:gra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54A2558-9643-F148-5912-C0468A73CCE7}"/>
              </a:ext>
            </a:extLst>
          </p:cNvPr>
          <p:cNvSpPr txBox="1"/>
          <p:nvPr/>
        </p:nvSpPr>
        <p:spPr>
          <a:xfrm>
            <a:off x="3080657" y="762950"/>
            <a:ext cx="5769428" cy="584775"/>
          </a:xfrm>
          <a:prstGeom prst="rect">
            <a:avLst/>
          </a:prstGeom>
          <a:noFill/>
        </p:spPr>
        <p:txBody>
          <a:bodyPr wrap="square" rtlCol="0">
            <a:spAutoFit/>
          </a:bodyPr>
          <a:lstStyle/>
          <a:p>
            <a:pPr algn="ctr"/>
            <a:r>
              <a:rPr lang="fr-FR" sz="3200" b="1" dirty="0"/>
              <a:t>SOMMAIRE </a:t>
            </a:r>
          </a:p>
        </p:txBody>
      </p:sp>
      <p:sp>
        <p:nvSpPr>
          <p:cNvPr id="3" name="ZoneTexte 2">
            <a:extLst>
              <a:ext uri="{FF2B5EF4-FFF2-40B4-BE49-F238E27FC236}">
                <a16:creationId xmlns:a16="http://schemas.microsoft.com/office/drawing/2014/main" id="{8A5186F0-E5C8-DBD3-D67A-B9BB785F977E}"/>
              </a:ext>
            </a:extLst>
          </p:cNvPr>
          <p:cNvSpPr txBox="1"/>
          <p:nvPr/>
        </p:nvSpPr>
        <p:spPr>
          <a:xfrm>
            <a:off x="1621971" y="1676400"/>
            <a:ext cx="6150429" cy="3267818"/>
          </a:xfrm>
          <a:prstGeom prst="rect">
            <a:avLst/>
          </a:prstGeom>
          <a:noFill/>
        </p:spPr>
        <p:txBody>
          <a:bodyPr wrap="square" rtlCol="0">
            <a:spAutoFit/>
          </a:bodyPr>
          <a:lstStyle/>
          <a:p>
            <a:pPr marL="400050" indent="-400050">
              <a:lnSpc>
                <a:spcPct val="300000"/>
              </a:lnSpc>
              <a:buFont typeface="+mj-lt"/>
              <a:buAutoNum type="romanUcPeriod"/>
            </a:pPr>
            <a:r>
              <a:rPr lang="fr-FR" b="1" dirty="0">
                <a:latin typeface="Times New Roman" panose="02020603050405020304" pitchFamily="18" charset="0"/>
                <a:cs typeface="Times New Roman" panose="02020603050405020304" pitchFamily="18" charset="0"/>
              </a:rPr>
              <a:t>INTRODUCTION</a:t>
            </a:r>
          </a:p>
          <a:p>
            <a:pPr marL="400050" indent="-400050">
              <a:lnSpc>
                <a:spcPct val="300000"/>
              </a:lnSpc>
              <a:buFont typeface="+mj-lt"/>
              <a:buAutoNum type="romanUcPeriod"/>
            </a:pPr>
            <a:r>
              <a:rPr lang="fr-FR" b="1" dirty="0">
                <a:latin typeface="Times New Roman" panose="02020603050405020304" pitchFamily="18" charset="0"/>
                <a:cs typeface="Times New Roman" panose="02020603050405020304" pitchFamily="18" charset="0"/>
              </a:rPr>
              <a:t>STRUCTURE ET DESCRIPTION DU PROJET</a:t>
            </a:r>
          </a:p>
          <a:p>
            <a:pPr marL="400050" indent="-400050">
              <a:lnSpc>
                <a:spcPct val="300000"/>
              </a:lnSpc>
              <a:buFont typeface="+mj-lt"/>
              <a:buAutoNum type="romanUcPeriod"/>
            </a:pPr>
            <a:r>
              <a:rPr lang="fr-FR" b="1" dirty="0">
                <a:latin typeface="Times New Roman" panose="02020603050405020304" pitchFamily="18" charset="0"/>
                <a:cs typeface="Times New Roman" panose="02020603050405020304" pitchFamily="18" charset="0"/>
              </a:rPr>
              <a:t>FONCTIONNEMENT DU PROGRAMME</a:t>
            </a:r>
          </a:p>
          <a:p>
            <a:pPr marL="400050" indent="-400050">
              <a:lnSpc>
                <a:spcPct val="300000"/>
              </a:lnSpc>
              <a:buFont typeface="+mj-lt"/>
              <a:buAutoNum type="romanUcPeriod"/>
            </a:pPr>
            <a:r>
              <a:rPr lang="fr-FR" b="1" dirty="0">
                <a:latin typeface="Times New Roman" panose="02020603050405020304" pitchFamily="18" charset="0"/>
                <a:cs typeface="Times New Roman" panose="02020603050405020304" pitchFamily="18" charset="0"/>
              </a:rPr>
              <a:t>CONCLUSION</a:t>
            </a:r>
          </a:p>
        </p:txBody>
      </p:sp>
      <p:pic>
        <p:nvPicPr>
          <p:cNvPr id="5" name="Image 4" descr="Une image contenant livre, texte&#10;&#10;Description générée automatiquement">
            <a:extLst>
              <a:ext uri="{FF2B5EF4-FFF2-40B4-BE49-F238E27FC236}">
                <a16:creationId xmlns:a16="http://schemas.microsoft.com/office/drawing/2014/main" id="{175E8558-7781-8249-B51F-78ED42DD1D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5517338"/>
            <a:ext cx="1981200" cy="1340662"/>
          </a:xfrm>
          <a:prstGeom prst="rect">
            <a:avLst/>
          </a:prstGeom>
        </p:spPr>
      </p:pic>
    </p:spTree>
    <p:extLst>
      <p:ext uri="{BB962C8B-B14F-4D97-AF65-F5344CB8AC3E}">
        <p14:creationId xmlns:p14="http://schemas.microsoft.com/office/powerpoint/2010/main" val="3265012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12000">
              <a:schemeClr val="bg2">
                <a:lumMod val="50000"/>
              </a:schemeClr>
            </a:gs>
            <a:gs pos="35000">
              <a:schemeClr val="accent1">
                <a:lumMod val="45000"/>
                <a:lumOff val="55000"/>
              </a:schemeClr>
            </a:gs>
            <a:gs pos="62000">
              <a:schemeClr val="bg1"/>
            </a:gs>
            <a:gs pos="100000">
              <a:schemeClr val="bg1"/>
            </a:gs>
          </a:gsLst>
          <a:lin ang="5400000" scaled="1"/>
        </a:gra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202A12-A529-BB97-AFAE-0A0C157A8F31}"/>
              </a:ext>
            </a:extLst>
          </p:cNvPr>
          <p:cNvSpPr>
            <a:spLocks noGrp="1"/>
          </p:cNvSpPr>
          <p:nvPr>
            <p:ph type="title"/>
          </p:nvPr>
        </p:nvSpPr>
        <p:spPr>
          <a:xfrm>
            <a:off x="1141413" y="618518"/>
            <a:ext cx="9905998" cy="676882"/>
          </a:xfrm>
        </p:spPr>
        <p:txBody>
          <a:bodyPr/>
          <a:lstStyle/>
          <a:p>
            <a:pPr marL="857250" indent="-857250">
              <a:buFont typeface="+mj-lt"/>
              <a:buAutoNum type="romanUcPeriod"/>
            </a:pPr>
            <a:r>
              <a:rPr lang="fr-FR" dirty="0"/>
              <a:t>INTRODUCTION</a:t>
            </a:r>
          </a:p>
        </p:txBody>
      </p:sp>
      <p:sp>
        <p:nvSpPr>
          <p:cNvPr id="7" name="Rectangle 3">
            <a:extLst>
              <a:ext uri="{FF2B5EF4-FFF2-40B4-BE49-F238E27FC236}">
                <a16:creationId xmlns:a16="http://schemas.microsoft.com/office/drawing/2014/main" id="{D1754B86-79D6-73C6-39E3-F9B076D42ECC}"/>
              </a:ext>
            </a:extLst>
          </p:cNvPr>
          <p:cNvSpPr>
            <a:spLocks noChangeArrowheads="1"/>
          </p:cNvSpPr>
          <p:nvPr/>
        </p:nvSpPr>
        <p:spPr bwMode="auto">
          <a:xfrm>
            <a:off x="1250271" y="2238432"/>
            <a:ext cx="9175594"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fr-FR" altLang="fr-FR"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 projet consiste à développer un robot autonome équipé d'un LiDAR, capable d'explorer un environnement inconnu, d'éviter les obstacles et de créer une carte en temps réel à partir de ses observations. Les principaux défis incluent la gestion des déplacements, la collecte des données LiDAR et la mise à jour de la carte.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9" name="Image 8" descr="Une image contenant Graduation, Robe universitaire, toque universitaire, Érudit&#10;&#10;Description générée automatiquement">
            <a:extLst>
              <a:ext uri="{FF2B5EF4-FFF2-40B4-BE49-F238E27FC236}">
                <a16:creationId xmlns:a16="http://schemas.microsoft.com/office/drawing/2014/main" id="{0C2AC455-97C0-34A6-5771-D27D7166AE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01695" y="4642008"/>
            <a:ext cx="3809242" cy="2215992"/>
          </a:xfrm>
          <a:prstGeom prst="rect">
            <a:avLst/>
          </a:prstGeom>
        </p:spPr>
      </p:pic>
    </p:spTree>
    <p:extLst>
      <p:ext uri="{BB962C8B-B14F-4D97-AF65-F5344CB8AC3E}">
        <p14:creationId xmlns:p14="http://schemas.microsoft.com/office/powerpoint/2010/main" val="2634196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12000">
              <a:schemeClr val="bg2">
                <a:lumMod val="50000"/>
              </a:schemeClr>
            </a:gs>
            <a:gs pos="16000">
              <a:schemeClr val="accent1">
                <a:lumMod val="45000"/>
                <a:lumOff val="55000"/>
              </a:schemeClr>
            </a:gs>
            <a:gs pos="62000">
              <a:schemeClr val="bg1"/>
            </a:gs>
            <a:gs pos="100000">
              <a:schemeClr val="bg1"/>
            </a:gs>
          </a:gsLst>
          <a:lin ang="5400000" scaled="1"/>
        </a:gra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0A381E-C355-5682-BF6A-4FCD3FC88388}"/>
              </a:ext>
            </a:extLst>
          </p:cNvPr>
          <p:cNvSpPr>
            <a:spLocks noGrp="1"/>
          </p:cNvSpPr>
          <p:nvPr>
            <p:ph type="title"/>
          </p:nvPr>
        </p:nvSpPr>
        <p:spPr>
          <a:xfrm>
            <a:off x="1141413" y="618518"/>
            <a:ext cx="9905998" cy="731311"/>
          </a:xfrm>
        </p:spPr>
        <p:txBody>
          <a:bodyPr>
            <a:normAutofit fontScale="90000"/>
          </a:bodyPr>
          <a:lstStyle/>
          <a:p>
            <a:r>
              <a:rPr lang="fr-FR" b="1" dirty="0">
                <a:latin typeface="Times New Roman" panose="02020603050405020304" pitchFamily="18" charset="0"/>
                <a:cs typeface="Times New Roman" panose="02020603050405020304" pitchFamily="18" charset="0"/>
              </a:rPr>
              <a:t>ii.    </a:t>
            </a:r>
            <a:r>
              <a:rPr lang="fr-FR" dirty="0">
                <a:cs typeface="Times New Roman" panose="02020603050405020304" pitchFamily="18" charset="0"/>
              </a:rPr>
              <a:t>STRUCTURE ET DESCRIPTION DU PROJET</a:t>
            </a:r>
            <a:br>
              <a:rPr lang="fr-FR" b="1" dirty="0">
                <a:latin typeface="Times New Roman" panose="02020603050405020304" pitchFamily="18" charset="0"/>
                <a:cs typeface="Times New Roman" panose="02020603050405020304" pitchFamily="18" charset="0"/>
              </a:rPr>
            </a:br>
            <a:endParaRPr lang="fr-FR" dirty="0"/>
          </a:p>
        </p:txBody>
      </p:sp>
      <p:sp>
        <p:nvSpPr>
          <p:cNvPr id="3" name="ZoneTexte 2">
            <a:extLst>
              <a:ext uri="{FF2B5EF4-FFF2-40B4-BE49-F238E27FC236}">
                <a16:creationId xmlns:a16="http://schemas.microsoft.com/office/drawing/2014/main" id="{AB21BE4D-06D1-C3BE-3921-A2D99BD2F1AC}"/>
              </a:ext>
            </a:extLst>
          </p:cNvPr>
          <p:cNvSpPr txBox="1"/>
          <p:nvPr/>
        </p:nvSpPr>
        <p:spPr>
          <a:xfrm>
            <a:off x="1957046" y="4425438"/>
            <a:ext cx="9470571" cy="1938992"/>
          </a:xfrm>
          <a:prstGeom prst="rect">
            <a:avLst/>
          </a:prstGeom>
          <a:noFill/>
        </p:spPr>
        <p:txBody>
          <a:bodyPr wrap="square" rtlCol="0">
            <a:spAutoFit/>
          </a:bodyPr>
          <a:lstStyle/>
          <a:p>
            <a:pPr algn="just"/>
            <a:r>
              <a:rPr lang="fr-FR" sz="2400" dirty="0">
                <a:latin typeface="Times New Roman" panose="02020603050405020304" pitchFamily="18" charset="0"/>
                <a:cs typeface="Times New Roman" panose="02020603050405020304" pitchFamily="18" charset="0"/>
              </a:rPr>
              <a:t>Le robot utilise un LiDAR pour scanner son environnement à 360°, détecter et éviter les obstacles. Il met à jour la carte en marquant les obstacles et les zones dégagées. Il se déplace de manière aléatoire, ajustant sa trajectoire selon les obstacles, et suit les murs ou obstacles proches pour poursuivre l'exploration.</a:t>
            </a:r>
          </a:p>
        </p:txBody>
      </p:sp>
      <p:sp>
        <p:nvSpPr>
          <p:cNvPr id="4" name="ZoneTexte 3">
            <a:extLst>
              <a:ext uri="{FF2B5EF4-FFF2-40B4-BE49-F238E27FC236}">
                <a16:creationId xmlns:a16="http://schemas.microsoft.com/office/drawing/2014/main" id="{CCD7336B-96B3-1519-B55C-02E5C36BA5B4}"/>
              </a:ext>
            </a:extLst>
          </p:cNvPr>
          <p:cNvSpPr txBox="1"/>
          <p:nvPr/>
        </p:nvSpPr>
        <p:spPr>
          <a:xfrm>
            <a:off x="1957046" y="1463066"/>
            <a:ext cx="4334103" cy="2703304"/>
          </a:xfrm>
          <a:prstGeom prst="rect">
            <a:avLst/>
          </a:prstGeom>
          <a:noFill/>
        </p:spPr>
        <p:txBody>
          <a:bodyPr wrap="square" rtlCol="0">
            <a:spAutoFit/>
          </a:bodyPr>
          <a:lstStyle/>
          <a:p>
            <a:pPr>
              <a:lnSpc>
                <a:spcPts val="1425"/>
              </a:lnSpc>
            </a:pPr>
            <a:endParaRPr lang="fr-FR" sz="2400" dirty="0">
              <a:latin typeface="Times New Roman" panose="02020603050405020304" pitchFamily="18" charset="0"/>
              <a:cs typeface="Times New Roman" panose="02020603050405020304" pitchFamily="18" charset="0"/>
            </a:endParaRPr>
          </a:p>
          <a:p>
            <a:pPr>
              <a:lnSpc>
                <a:spcPts val="1425"/>
              </a:lnSpc>
            </a:pPr>
            <a:endParaRPr lang="fr-FR" sz="2400" b="0" dirty="0">
              <a:effectLst/>
              <a:latin typeface="Times New Roman" panose="02020603050405020304" pitchFamily="18" charset="0"/>
              <a:cs typeface="Times New Roman" panose="02020603050405020304" pitchFamily="18" charset="0"/>
            </a:endParaRPr>
          </a:p>
          <a:p>
            <a:pPr>
              <a:lnSpc>
                <a:spcPts val="1425"/>
              </a:lnSpc>
            </a:pPr>
            <a:r>
              <a:rPr lang="fr-FR" sz="2400" b="0" dirty="0">
                <a:effectLst/>
                <a:latin typeface="Times New Roman" panose="02020603050405020304" pitchFamily="18" charset="0"/>
                <a:cs typeface="Times New Roman" panose="02020603050405020304" pitchFamily="18" charset="0"/>
              </a:rPr>
              <a:t>├── build/</a:t>
            </a:r>
            <a:endParaRPr lang="fr-FR" sz="2400" dirty="0">
              <a:latin typeface="Times New Roman" panose="02020603050405020304" pitchFamily="18" charset="0"/>
              <a:cs typeface="Times New Roman" panose="02020603050405020304" pitchFamily="18" charset="0"/>
            </a:endParaRPr>
          </a:p>
          <a:p>
            <a:pPr>
              <a:lnSpc>
                <a:spcPts val="1425"/>
              </a:lnSpc>
            </a:pPr>
            <a:r>
              <a:rPr lang="fr-FR" sz="2400" b="0" dirty="0">
                <a:effectLst/>
                <a:latin typeface="Times New Roman" panose="02020603050405020304" pitchFamily="18" charset="0"/>
                <a:cs typeface="Times New Roman" panose="02020603050405020304" pitchFamily="18" charset="0"/>
              </a:rPr>
              <a:t>            </a:t>
            </a:r>
          </a:p>
          <a:p>
            <a:pPr>
              <a:lnSpc>
                <a:spcPts val="1425"/>
              </a:lnSpc>
            </a:pPr>
            <a:r>
              <a:rPr lang="fr-FR" sz="2400" b="0" dirty="0">
                <a:effectLst/>
                <a:latin typeface="Times New Roman" panose="02020603050405020304" pitchFamily="18" charset="0"/>
                <a:cs typeface="Times New Roman" panose="02020603050405020304" pitchFamily="18" charset="0"/>
              </a:rPr>
              <a:t>├── data/</a:t>
            </a:r>
          </a:p>
          <a:p>
            <a:pPr>
              <a:lnSpc>
                <a:spcPts val="1425"/>
              </a:lnSpc>
            </a:pPr>
            <a:endParaRPr lang="fr-FR" sz="2400" b="0" dirty="0">
              <a:effectLst/>
              <a:latin typeface="Times New Roman" panose="02020603050405020304" pitchFamily="18" charset="0"/>
              <a:cs typeface="Times New Roman" panose="02020603050405020304" pitchFamily="18" charset="0"/>
            </a:endParaRPr>
          </a:p>
          <a:p>
            <a:pPr>
              <a:lnSpc>
                <a:spcPts val="1425"/>
              </a:lnSpc>
            </a:pPr>
            <a:r>
              <a:rPr lang="fr-FR" sz="2400" b="0" dirty="0">
                <a:effectLst/>
                <a:latin typeface="Times New Roman" panose="02020603050405020304" pitchFamily="18" charset="0"/>
                <a:cs typeface="Times New Roman" panose="02020603050405020304" pitchFamily="18" charset="0"/>
              </a:rPr>
              <a:t>├── include/ </a:t>
            </a:r>
          </a:p>
          <a:p>
            <a:pPr>
              <a:lnSpc>
                <a:spcPts val="1425"/>
              </a:lnSpc>
            </a:pPr>
            <a:r>
              <a:rPr lang="fr-FR" sz="2400" b="0" dirty="0">
                <a:effectLst/>
                <a:latin typeface="Times New Roman" panose="02020603050405020304" pitchFamily="18" charset="0"/>
                <a:cs typeface="Times New Roman" panose="02020603050405020304" pitchFamily="18" charset="0"/>
              </a:rPr>
              <a:t>           </a:t>
            </a:r>
          </a:p>
          <a:p>
            <a:pPr>
              <a:lnSpc>
                <a:spcPts val="1425"/>
              </a:lnSpc>
            </a:pPr>
            <a:r>
              <a:rPr lang="fr-FR" sz="2400" b="0" dirty="0">
                <a:effectLst/>
                <a:latin typeface="Times New Roman" panose="02020603050405020304" pitchFamily="18" charset="0"/>
                <a:cs typeface="Times New Roman" panose="02020603050405020304" pitchFamily="18" charset="0"/>
              </a:rPr>
              <a:t>├── src/</a:t>
            </a:r>
          </a:p>
          <a:p>
            <a:pPr>
              <a:lnSpc>
                <a:spcPts val="1425"/>
              </a:lnSpc>
            </a:pPr>
            <a:r>
              <a:rPr lang="fr-FR" sz="2400" b="0" dirty="0">
                <a:effectLst/>
                <a:latin typeface="Times New Roman" panose="02020603050405020304" pitchFamily="18" charset="0"/>
                <a:cs typeface="Times New Roman" panose="02020603050405020304" pitchFamily="18" charset="0"/>
              </a:rPr>
              <a:t>                 </a:t>
            </a:r>
          </a:p>
          <a:p>
            <a:pPr>
              <a:lnSpc>
                <a:spcPts val="1425"/>
              </a:lnSpc>
            </a:pPr>
            <a:r>
              <a:rPr lang="fr-FR" sz="2400" b="0" dirty="0">
                <a:effectLst/>
                <a:latin typeface="Times New Roman" panose="02020603050405020304" pitchFamily="18" charset="0"/>
                <a:cs typeface="Times New Roman" panose="02020603050405020304" pitchFamily="18" charset="0"/>
              </a:rPr>
              <a:t>├── CMakeLists.txt       </a:t>
            </a:r>
          </a:p>
          <a:p>
            <a:pPr>
              <a:lnSpc>
                <a:spcPts val="1425"/>
              </a:lnSpc>
            </a:pPr>
            <a:endParaRPr lang="fr-FR" sz="2400" b="0" dirty="0">
              <a:effectLst/>
              <a:latin typeface="Times New Roman" panose="02020603050405020304" pitchFamily="18" charset="0"/>
              <a:cs typeface="Times New Roman" panose="02020603050405020304" pitchFamily="18" charset="0"/>
            </a:endParaRPr>
          </a:p>
          <a:p>
            <a:pPr>
              <a:lnSpc>
                <a:spcPts val="1425"/>
              </a:lnSpc>
            </a:pPr>
            <a:r>
              <a:rPr lang="fr-FR" sz="2400" b="0" dirty="0">
                <a:effectLst/>
                <a:latin typeface="Times New Roman" panose="02020603050405020304" pitchFamily="18" charset="0"/>
                <a:cs typeface="Times New Roman" panose="02020603050405020304" pitchFamily="18" charset="0"/>
              </a:rPr>
              <a:t>└── README.md      </a:t>
            </a:r>
          </a:p>
          <a:p>
            <a:endParaRPr lang="fr-FR" dirty="0"/>
          </a:p>
        </p:txBody>
      </p:sp>
      <p:sp>
        <p:nvSpPr>
          <p:cNvPr id="5" name="ZoneTexte 4">
            <a:extLst>
              <a:ext uri="{FF2B5EF4-FFF2-40B4-BE49-F238E27FC236}">
                <a16:creationId xmlns:a16="http://schemas.microsoft.com/office/drawing/2014/main" id="{ADE36061-6A34-8F8E-6290-9EA489192434}"/>
              </a:ext>
            </a:extLst>
          </p:cNvPr>
          <p:cNvSpPr txBox="1"/>
          <p:nvPr/>
        </p:nvSpPr>
        <p:spPr>
          <a:xfrm>
            <a:off x="1456303" y="1165163"/>
            <a:ext cx="3703526" cy="369332"/>
          </a:xfrm>
          <a:prstGeom prst="rect">
            <a:avLst/>
          </a:prstGeom>
          <a:noFill/>
        </p:spPr>
        <p:txBody>
          <a:bodyPr wrap="square" rtlCol="0">
            <a:spAutoFit/>
          </a:bodyPr>
          <a:lstStyle/>
          <a:p>
            <a:pPr marL="285750" indent="-285750">
              <a:buFont typeface="Wingdings" panose="05000000000000000000" pitchFamily="2" charset="2"/>
              <a:buChar char="q"/>
            </a:pPr>
            <a:r>
              <a:rPr lang="fr-FR" b="1" dirty="0"/>
              <a:t>STRUCTURE</a:t>
            </a:r>
          </a:p>
        </p:txBody>
      </p:sp>
      <p:sp>
        <p:nvSpPr>
          <p:cNvPr id="6" name="ZoneTexte 5">
            <a:extLst>
              <a:ext uri="{FF2B5EF4-FFF2-40B4-BE49-F238E27FC236}">
                <a16:creationId xmlns:a16="http://schemas.microsoft.com/office/drawing/2014/main" id="{59E7B9C2-11A5-A472-BCFB-A6927510E0D2}"/>
              </a:ext>
            </a:extLst>
          </p:cNvPr>
          <p:cNvSpPr txBox="1"/>
          <p:nvPr/>
        </p:nvSpPr>
        <p:spPr>
          <a:xfrm>
            <a:off x="1456303" y="4009533"/>
            <a:ext cx="3703526" cy="369332"/>
          </a:xfrm>
          <a:prstGeom prst="rect">
            <a:avLst/>
          </a:prstGeom>
          <a:noFill/>
        </p:spPr>
        <p:txBody>
          <a:bodyPr wrap="square" rtlCol="0">
            <a:spAutoFit/>
          </a:bodyPr>
          <a:lstStyle/>
          <a:p>
            <a:pPr marL="285750" indent="-285750">
              <a:buFont typeface="Wingdings" panose="05000000000000000000" pitchFamily="2" charset="2"/>
              <a:buChar char="q"/>
            </a:pPr>
            <a:r>
              <a:rPr lang="fr-FR" b="1" dirty="0"/>
              <a:t>DESCRIPTION</a:t>
            </a:r>
          </a:p>
        </p:txBody>
      </p:sp>
    </p:spTree>
    <p:extLst>
      <p:ext uri="{BB962C8B-B14F-4D97-AF65-F5344CB8AC3E}">
        <p14:creationId xmlns:p14="http://schemas.microsoft.com/office/powerpoint/2010/main" val="3687601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12000">
              <a:schemeClr val="bg2">
                <a:lumMod val="50000"/>
              </a:schemeClr>
            </a:gs>
            <a:gs pos="16000">
              <a:schemeClr val="accent1">
                <a:lumMod val="45000"/>
                <a:lumOff val="55000"/>
              </a:schemeClr>
            </a:gs>
            <a:gs pos="62000">
              <a:schemeClr val="bg1"/>
            </a:gs>
            <a:gs pos="100000">
              <a:schemeClr val="bg1"/>
            </a:gs>
          </a:gsLst>
          <a:lin ang="5400000" scaled="1"/>
        </a:gra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34FAFA-62A5-7456-2E4A-6EA5875A3651}"/>
              </a:ext>
            </a:extLst>
          </p:cNvPr>
          <p:cNvSpPr>
            <a:spLocks noGrp="1"/>
          </p:cNvSpPr>
          <p:nvPr>
            <p:ph type="title"/>
          </p:nvPr>
        </p:nvSpPr>
        <p:spPr>
          <a:xfrm>
            <a:off x="1141413" y="618518"/>
            <a:ext cx="9905998" cy="938139"/>
          </a:xfrm>
        </p:spPr>
        <p:txBody>
          <a:bodyPr>
            <a:normAutofit fontScale="90000"/>
          </a:bodyPr>
          <a:lstStyle/>
          <a:p>
            <a:r>
              <a:rPr lang="fr-FR" b="1" dirty="0">
                <a:latin typeface="Times New Roman" panose="02020603050405020304" pitchFamily="18" charset="0"/>
                <a:cs typeface="Times New Roman" panose="02020603050405020304" pitchFamily="18" charset="0"/>
              </a:rPr>
              <a:t>III.    </a:t>
            </a:r>
            <a:r>
              <a:rPr lang="fr-FR" dirty="0">
                <a:cs typeface="Times New Roman" panose="02020603050405020304" pitchFamily="18" charset="0"/>
              </a:rPr>
              <a:t> Fonctionnement DU PROGRAMME</a:t>
            </a:r>
            <a:br>
              <a:rPr lang="fr-FR" b="1" dirty="0">
                <a:latin typeface="Times New Roman" panose="02020603050405020304" pitchFamily="18" charset="0"/>
                <a:cs typeface="Times New Roman" panose="02020603050405020304" pitchFamily="18" charset="0"/>
              </a:rPr>
            </a:br>
            <a:endParaRPr lang="fr-FR" dirty="0"/>
          </a:p>
        </p:txBody>
      </p:sp>
      <p:sp>
        <p:nvSpPr>
          <p:cNvPr id="4" name="ZoneTexte 3">
            <a:extLst>
              <a:ext uri="{FF2B5EF4-FFF2-40B4-BE49-F238E27FC236}">
                <a16:creationId xmlns:a16="http://schemas.microsoft.com/office/drawing/2014/main" id="{4FB75327-FD05-918F-AE14-EC31BA14D7C1}"/>
              </a:ext>
            </a:extLst>
          </p:cNvPr>
          <p:cNvSpPr txBox="1"/>
          <p:nvPr/>
        </p:nvSpPr>
        <p:spPr>
          <a:xfrm>
            <a:off x="2536370" y="1677182"/>
            <a:ext cx="5562600" cy="738664"/>
          </a:xfrm>
          <a:prstGeom prst="rect">
            <a:avLst/>
          </a:prstGeom>
          <a:noFill/>
        </p:spPr>
        <p:txBody>
          <a:bodyPr wrap="square" rtlCol="0">
            <a:spAutoFit/>
          </a:bodyPr>
          <a:lstStyle/>
          <a:p>
            <a:pPr marL="285750" indent="-285750">
              <a:buFont typeface="Wingdings" panose="05000000000000000000" pitchFamily="2" charset="2"/>
              <a:buChar char="q"/>
            </a:pPr>
            <a:r>
              <a:rPr lang="fr-FR" sz="2400" b="1" dirty="0"/>
              <a:t>Algorithmes clés</a:t>
            </a:r>
            <a:endParaRPr lang="fr-FR" sz="2400" b="0" i="1" dirty="0">
              <a:effectLst/>
              <a:latin typeface="Consolas" panose="020B0609020204030204" pitchFamily="49" charset="0"/>
            </a:endParaRPr>
          </a:p>
          <a:p>
            <a:pPr marL="285750" indent="-285750">
              <a:buFont typeface="Wingdings" panose="05000000000000000000" pitchFamily="2" charset="2"/>
              <a:buChar char="q"/>
            </a:pPr>
            <a:endParaRPr lang="fr-FR" dirty="0"/>
          </a:p>
        </p:txBody>
      </p:sp>
      <p:sp>
        <p:nvSpPr>
          <p:cNvPr id="5" name="ZoneTexte 4">
            <a:extLst>
              <a:ext uri="{FF2B5EF4-FFF2-40B4-BE49-F238E27FC236}">
                <a16:creationId xmlns:a16="http://schemas.microsoft.com/office/drawing/2014/main" id="{E34AE426-3D4F-E95F-6B1F-760C4C223DDA}"/>
              </a:ext>
            </a:extLst>
          </p:cNvPr>
          <p:cNvSpPr txBox="1"/>
          <p:nvPr/>
        </p:nvSpPr>
        <p:spPr>
          <a:xfrm rot="10800000">
            <a:off x="7903029" y="5187433"/>
            <a:ext cx="2588311" cy="45719"/>
          </a:xfrm>
          <a:prstGeom prst="rect">
            <a:avLst/>
          </a:prstGeom>
          <a:noFill/>
        </p:spPr>
        <p:txBody>
          <a:bodyPr wrap="square" rtlCol="0">
            <a:spAutoFit/>
          </a:bodyPr>
          <a:lstStyle/>
          <a:p>
            <a:pPr marL="285750" indent="-285750">
              <a:buFont typeface="Arial" panose="020B0604020202020204" pitchFamily="34" charset="0"/>
              <a:buChar char="•"/>
            </a:pPr>
            <a:endParaRPr lang="fr-FR" dirty="0"/>
          </a:p>
        </p:txBody>
      </p:sp>
      <p:sp>
        <p:nvSpPr>
          <p:cNvPr id="6" name="Rectangle 1">
            <a:extLst>
              <a:ext uri="{FF2B5EF4-FFF2-40B4-BE49-F238E27FC236}">
                <a16:creationId xmlns:a16="http://schemas.microsoft.com/office/drawing/2014/main" id="{E8204890-F4E1-0BB5-CD69-BBBD49EF37F2}"/>
              </a:ext>
            </a:extLst>
          </p:cNvPr>
          <p:cNvSpPr>
            <a:spLocks noChangeArrowheads="1"/>
          </p:cNvSpPr>
          <p:nvPr/>
        </p:nvSpPr>
        <p:spPr bwMode="auto">
          <a:xfrm rot="10800000" flipV="1">
            <a:off x="3788228" y="2126417"/>
            <a:ext cx="773000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Mise à jour de la carte (Map::updateMap)</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Mesure du lidar(Lidar::getMeasurements</a:t>
            </a:r>
            <a:r>
              <a:rPr lang="fr-FR" altLang="fr-FR" sz="2000" dirty="0">
                <a:latin typeface="Times New Roman" panose="02020603050405020304" pitchFamily="18" charset="0"/>
                <a:cs typeface="Times New Roman" panose="02020603050405020304" pitchFamily="18" charset="0"/>
              </a:rPr>
              <a:t>)</a:t>
            </a:r>
            <a:endParaRPr kumimoji="0" lang="fr-FR" altLang="fr-FR"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fr-FR" altLang="fr-FR" sz="2000" dirty="0">
                <a:latin typeface="Times New Roman" panose="02020603050405020304" pitchFamily="18" charset="0"/>
                <a:cs typeface="Times New Roman" panose="02020603050405020304" pitchFamily="18" charset="0"/>
              </a:rPr>
              <a:t>Déplacement du robot</a:t>
            </a:r>
            <a:r>
              <a:rPr kumimoji="0" lang="fr-FR" altLang="fr-FR"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(Robot::randomMove, Robot::moveTowards)</a:t>
            </a:r>
          </a:p>
        </p:txBody>
      </p:sp>
      <p:sp>
        <p:nvSpPr>
          <p:cNvPr id="10" name="ZoneTexte 9">
            <a:extLst>
              <a:ext uri="{FF2B5EF4-FFF2-40B4-BE49-F238E27FC236}">
                <a16:creationId xmlns:a16="http://schemas.microsoft.com/office/drawing/2014/main" id="{35F2B965-6DDC-F05A-5BD7-9CAD5E59DAE6}"/>
              </a:ext>
            </a:extLst>
          </p:cNvPr>
          <p:cNvSpPr txBox="1"/>
          <p:nvPr/>
        </p:nvSpPr>
        <p:spPr>
          <a:xfrm>
            <a:off x="2536370" y="3516087"/>
            <a:ext cx="6104020" cy="830997"/>
          </a:xfrm>
          <a:prstGeom prst="rect">
            <a:avLst/>
          </a:prstGeom>
          <a:noFill/>
        </p:spPr>
        <p:txBody>
          <a:bodyPr wrap="square">
            <a:spAutoFit/>
          </a:bodyPr>
          <a:lstStyle/>
          <a:p>
            <a:pPr marL="285750" indent="-285750">
              <a:buFont typeface="Wingdings" panose="05000000000000000000" pitchFamily="2" charset="2"/>
              <a:buChar char="q"/>
            </a:pPr>
            <a:r>
              <a:rPr lang="fr-FR" sz="2400" b="1" dirty="0">
                <a:effectLst/>
                <a:latin typeface="+mj-lt"/>
              </a:rPr>
              <a:t>Flux d’exécution du programme</a:t>
            </a:r>
          </a:p>
          <a:p>
            <a:pPr marL="285750" indent="-285750">
              <a:buFont typeface="Wingdings" panose="05000000000000000000" pitchFamily="2" charset="2"/>
              <a:buChar char="q"/>
            </a:pPr>
            <a:endParaRPr lang="fr-FR" sz="2400" b="1" dirty="0">
              <a:latin typeface="+mj-lt"/>
            </a:endParaRPr>
          </a:p>
        </p:txBody>
      </p:sp>
      <p:sp>
        <p:nvSpPr>
          <p:cNvPr id="14" name="ZoneTexte 13">
            <a:extLst>
              <a:ext uri="{FF2B5EF4-FFF2-40B4-BE49-F238E27FC236}">
                <a16:creationId xmlns:a16="http://schemas.microsoft.com/office/drawing/2014/main" id="{B4E32238-0830-FD23-74CB-CAF5295C6696}"/>
              </a:ext>
            </a:extLst>
          </p:cNvPr>
          <p:cNvSpPr txBox="1"/>
          <p:nvPr/>
        </p:nvSpPr>
        <p:spPr>
          <a:xfrm>
            <a:off x="2536370" y="4857652"/>
            <a:ext cx="6104020" cy="738664"/>
          </a:xfrm>
          <a:prstGeom prst="rect">
            <a:avLst/>
          </a:prstGeom>
          <a:noFill/>
        </p:spPr>
        <p:txBody>
          <a:bodyPr wrap="square">
            <a:spAutoFit/>
          </a:bodyPr>
          <a:lstStyle/>
          <a:p>
            <a:pPr marL="285750" indent="-285750">
              <a:buFont typeface="Wingdings" panose="05000000000000000000" pitchFamily="2" charset="2"/>
              <a:buChar char="q"/>
            </a:pPr>
            <a:r>
              <a:rPr lang="fr-FR" sz="2400" b="1" dirty="0"/>
              <a:t>Illustration et résultats</a:t>
            </a:r>
            <a:endParaRPr lang="fr-FR" sz="2400" b="1" dirty="0">
              <a:effectLst/>
            </a:endParaRPr>
          </a:p>
          <a:p>
            <a:pPr marL="285750" indent="-285750">
              <a:buFont typeface="Wingdings" panose="05000000000000000000" pitchFamily="2" charset="2"/>
              <a:buChar char="q"/>
            </a:pPr>
            <a:endParaRPr lang="fr-FR" dirty="0"/>
          </a:p>
        </p:txBody>
      </p:sp>
      <p:pic>
        <p:nvPicPr>
          <p:cNvPr id="16" name="Image 15" descr="Une image contenant texte, capture d’écran, conception&#10;&#10;Description générée automatiquement">
            <a:extLst>
              <a:ext uri="{FF2B5EF4-FFF2-40B4-BE49-F238E27FC236}">
                <a16:creationId xmlns:a16="http://schemas.microsoft.com/office/drawing/2014/main" id="{32E6E95F-E3F2-1B2F-1993-53A812BEE7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0496" y="4857652"/>
            <a:ext cx="2398940" cy="1781391"/>
          </a:xfrm>
          <a:prstGeom prst="rect">
            <a:avLst/>
          </a:prstGeom>
        </p:spPr>
      </p:pic>
    </p:spTree>
    <p:extLst>
      <p:ext uri="{BB962C8B-B14F-4D97-AF65-F5344CB8AC3E}">
        <p14:creationId xmlns:p14="http://schemas.microsoft.com/office/powerpoint/2010/main" val="3599382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1000"/>
                                        <p:tgtEl>
                                          <p:spTgt spid="14"/>
                                        </p:tgtEl>
                                      </p:cBhvr>
                                    </p:animEffect>
                                    <p:anim calcmode="lin" valueType="num">
                                      <p:cBhvr>
                                        <p:cTn id="27" dur="1000" fill="hold"/>
                                        <p:tgtEl>
                                          <p:spTgt spid="14"/>
                                        </p:tgtEl>
                                        <p:attrNameLst>
                                          <p:attrName>ppt_x</p:attrName>
                                        </p:attrNameLst>
                                      </p:cBhvr>
                                      <p:tavLst>
                                        <p:tav tm="0">
                                          <p:val>
                                            <p:strVal val="#ppt_x"/>
                                          </p:val>
                                        </p:tav>
                                        <p:tav tm="100000">
                                          <p:val>
                                            <p:strVal val="#ppt_x"/>
                                          </p:val>
                                        </p:tav>
                                      </p:tavLst>
                                    </p:anim>
                                    <p:anim calcmode="lin" valueType="num">
                                      <p:cBhvr>
                                        <p:cTn id="28"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10"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p:cNvGrpSpPr/>
        <p:nvPr/>
      </p:nvGrpSpPr>
      <p:grpSpPr>
        <a:xfrm>
          <a:off x="0" y="0"/>
          <a:ext cx="0" cy="0"/>
          <a:chOff x="0" y="0"/>
          <a:chExt cx="0" cy="0"/>
        </a:xfrm>
      </p:grpSpPr>
      <p:pic>
        <p:nvPicPr>
          <p:cNvPr id="3" name="Image 2" descr="Une image contenant graphisme, capture d’écran, texte, art&#10;&#10;Description générée automatiquement">
            <a:extLst>
              <a:ext uri="{FF2B5EF4-FFF2-40B4-BE49-F238E27FC236}">
                <a16:creationId xmlns:a16="http://schemas.microsoft.com/office/drawing/2014/main" id="{259C6187-5D0D-B15A-9106-3DED53CDE1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828" y="74447"/>
            <a:ext cx="5268686" cy="3354553"/>
          </a:xfrm>
          <a:prstGeom prst="rect">
            <a:avLst/>
          </a:prstGeom>
        </p:spPr>
      </p:pic>
      <p:pic>
        <p:nvPicPr>
          <p:cNvPr id="5" name="Image 4" descr="Une image contenant texte, capture d’écran, ligne, Rectangle&#10;&#10;Description générée automatiquement">
            <a:extLst>
              <a:ext uri="{FF2B5EF4-FFF2-40B4-BE49-F238E27FC236}">
                <a16:creationId xmlns:a16="http://schemas.microsoft.com/office/drawing/2014/main" id="{38961377-56E2-C4BC-BA0B-5916D464EA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8850" y="2931281"/>
            <a:ext cx="4825609" cy="3656327"/>
          </a:xfrm>
          <a:prstGeom prst="rect">
            <a:avLst/>
          </a:prstGeom>
        </p:spPr>
      </p:pic>
      <p:sp>
        <p:nvSpPr>
          <p:cNvPr id="6" name="Flèche : courbe vers le bas 5">
            <a:extLst>
              <a:ext uri="{FF2B5EF4-FFF2-40B4-BE49-F238E27FC236}">
                <a16:creationId xmlns:a16="http://schemas.microsoft.com/office/drawing/2014/main" id="{AA91C738-5811-7805-3C79-23C9D8B0FF9E}"/>
              </a:ext>
            </a:extLst>
          </p:cNvPr>
          <p:cNvSpPr/>
          <p:nvPr/>
        </p:nvSpPr>
        <p:spPr>
          <a:xfrm>
            <a:off x="5192485" y="576942"/>
            <a:ext cx="3254829" cy="2558143"/>
          </a:xfrm>
          <a:prstGeom prst="curvedDownArrow">
            <a:avLst>
              <a:gd name="adj1" fmla="val 29897"/>
              <a:gd name="adj2" fmla="val 63682"/>
              <a:gd name="adj3" fmla="val 38930"/>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fr-FR">
              <a:solidFill>
                <a:schemeClr val="tx1"/>
              </a:solidFill>
            </a:endParaRPr>
          </a:p>
        </p:txBody>
      </p:sp>
    </p:spTree>
    <p:extLst>
      <p:ext uri="{BB962C8B-B14F-4D97-AF65-F5344CB8AC3E}">
        <p14:creationId xmlns:p14="http://schemas.microsoft.com/office/powerpoint/2010/main" val="3804400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randombar(horizontal)">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4" name="Group 13">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6"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fr-FR"/>
              </a:p>
            </p:txBody>
          </p:sp>
          <p:sp>
            <p:nvSpPr>
              <p:cNvPr id="27"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28"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29"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30"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31"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32"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33"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34"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35"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36"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37"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fr-FR"/>
              </a:p>
            </p:txBody>
          </p:sp>
          <p:sp>
            <p:nvSpPr>
              <p:cNvPr id="38"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39"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40"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41"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42"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fr-FR"/>
              </a:p>
            </p:txBody>
          </p:sp>
          <p:sp>
            <p:nvSpPr>
              <p:cNvPr id="43"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44"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45"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46"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47"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48"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49"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50"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51"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52"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grpSp>
        <p:grpSp>
          <p:nvGrpSpPr>
            <p:cNvPr id="15" name="Group 14">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6"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17"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18"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19"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20"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21"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22"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23"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24"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25"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fr-FR"/>
              </a:p>
            </p:txBody>
          </p:sp>
        </p:grpSp>
      </p:grpSp>
      <p:sp useBgFill="1">
        <p:nvSpPr>
          <p:cNvPr id="54" name="Rectangle 53">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56"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re 1">
            <a:extLst>
              <a:ext uri="{FF2B5EF4-FFF2-40B4-BE49-F238E27FC236}">
                <a16:creationId xmlns:a16="http://schemas.microsoft.com/office/drawing/2014/main" id="{8E455A76-DC60-01C8-1AA5-A05944D1D481}"/>
              </a:ext>
            </a:extLst>
          </p:cNvPr>
          <p:cNvSpPr>
            <a:spLocks noGrp="1"/>
          </p:cNvSpPr>
          <p:nvPr>
            <p:ph type="title"/>
          </p:nvPr>
        </p:nvSpPr>
        <p:spPr>
          <a:xfrm>
            <a:off x="1141413" y="618518"/>
            <a:ext cx="4459286" cy="1478570"/>
          </a:xfrm>
        </p:spPr>
        <p:txBody>
          <a:bodyPr vert="horz" lIns="91440" tIns="45720" rIns="91440" bIns="45720" rtlCol="0" anchor="ctr">
            <a:normAutofit/>
          </a:bodyPr>
          <a:lstStyle/>
          <a:p>
            <a:r>
              <a:rPr lang="en-US" sz="3200" b="1"/>
              <a:t>IV.    </a:t>
            </a:r>
            <a:r>
              <a:rPr lang="en-US" sz="3200"/>
              <a:t> CONCLUSION</a:t>
            </a:r>
            <a:br>
              <a:rPr lang="en-US" sz="3200" b="1"/>
            </a:br>
            <a:endParaRPr lang="en-US" sz="3200"/>
          </a:p>
        </p:txBody>
      </p:sp>
      <p:sp>
        <p:nvSpPr>
          <p:cNvPr id="4" name="ZoneTexte 3">
            <a:extLst>
              <a:ext uri="{FF2B5EF4-FFF2-40B4-BE49-F238E27FC236}">
                <a16:creationId xmlns:a16="http://schemas.microsoft.com/office/drawing/2014/main" id="{78D1B1F1-4261-A0FA-1D9C-28BA1D6B761E}"/>
              </a:ext>
            </a:extLst>
          </p:cNvPr>
          <p:cNvSpPr txBox="1"/>
          <p:nvPr/>
        </p:nvSpPr>
        <p:spPr>
          <a:xfrm>
            <a:off x="1141412" y="2249487"/>
            <a:ext cx="4459287" cy="3965046"/>
          </a:xfrm>
          <a:prstGeom prst="rect">
            <a:avLst/>
          </a:prstGeom>
        </p:spPr>
        <p:txBody>
          <a:bodyPr vert="horz" lIns="91440" tIns="45720" rIns="91440" bIns="45720" rtlCol="0">
            <a:normAutofit/>
          </a:bodyPr>
          <a:lstStyle/>
          <a:p>
            <a:pPr indent="-228600" defTabSz="914400">
              <a:lnSpc>
                <a:spcPct val="120000"/>
              </a:lnSpc>
              <a:spcAft>
                <a:spcPts val="600"/>
              </a:spcAft>
              <a:buSzPct val="125000"/>
              <a:buFont typeface="Arial" panose="020B0604020202020204" pitchFamily="34" charset="0"/>
              <a:buChar char="•"/>
            </a:pPr>
            <a:r>
              <a:rPr lang="en-US" sz="2000"/>
              <a:t>Notre programme démontre une gestion autonome du robot avec détection d'obstacles et mise à jour dynamique de la carte, mais reste limité par des algorithmes perfectibles et le déplacement du robot à améliorer.</a:t>
            </a:r>
          </a:p>
        </p:txBody>
      </p:sp>
      <p:pic>
        <p:nvPicPr>
          <p:cNvPr id="6" name="Image 5" descr="Une image contenant croquis, symbole, clipart, dessin&#10;&#10;Description générée automatiquement">
            <a:extLst>
              <a:ext uri="{FF2B5EF4-FFF2-40B4-BE49-F238E27FC236}">
                <a16:creationId xmlns:a16="http://schemas.microsoft.com/office/drawing/2014/main" id="{95417737-2E65-85E7-3C69-CB8C901D12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51015" y="618518"/>
            <a:ext cx="4746249" cy="5596015"/>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grpSp>
        <p:nvGrpSpPr>
          <p:cNvPr id="58" name="Group 57">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59"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fr-FR"/>
            </a:p>
          </p:txBody>
        </p:sp>
        <p:sp>
          <p:nvSpPr>
            <p:cNvPr id="60"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61"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62"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63"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64"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65"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66"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67"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68"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69"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70"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fr-FR"/>
            </a:p>
          </p:txBody>
        </p:sp>
        <p:sp>
          <p:nvSpPr>
            <p:cNvPr id="71"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72"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73"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74"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75"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fr-FR"/>
            </a:p>
          </p:txBody>
        </p:sp>
        <p:sp>
          <p:nvSpPr>
            <p:cNvPr id="76"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77"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78"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79"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80"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81"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82"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83"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84"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sp>
          <p:nvSpPr>
            <p:cNvPr id="85"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FR"/>
            </a:p>
          </p:txBody>
        </p:sp>
      </p:grpSp>
    </p:spTree>
    <p:extLst>
      <p:ext uri="{BB962C8B-B14F-4D97-AF65-F5344CB8AC3E}">
        <p14:creationId xmlns:p14="http://schemas.microsoft.com/office/powerpoint/2010/main" val="3237501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29" name="Picture 2">
            <a:extLst>
              <a:ext uri="{FF2B5EF4-FFF2-40B4-BE49-F238E27FC236}">
                <a16:creationId xmlns:a16="http://schemas.microsoft.com/office/drawing/2014/main" id="{50C065C3-0FE3-4452-B765-CB05BBB2A98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nvGrpSpPr>
          <p:cNvPr id="130" name="Group 10">
            <a:extLst>
              <a:ext uri="{FF2B5EF4-FFF2-40B4-BE49-F238E27FC236}">
                <a16:creationId xmlns:a16="http://schemas.microsoft.com/office/drawing/2014/main" id="{9795E515-5F57-431F-9A0D-3A0419DF75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31" name="Rectangle 5">
              <a:extLst>
                <a:ext uri="{FF2B5EF4-FFF2-40B4-BE49-F238E27FC236}">
                  <a16:creationId xmlns:a16="http://schemas.microsoft.com/office/drawing/2014/main" id="{D45BCBFE-0478-4767-BF2E-FC2C548BA62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fr-FR"/>
            </a:p>
          </p:txBody>
        </p:sp>
        <p:sp>
          <p:nvSpPr>
            <p:cNvPr id="132" name="Freeform 6">
              <a:extLst>
                <a:ext uri="{FF2B5EF4-FFF2-40B4-BE49-F238E27FC236}">
                  <a16:creationId xmlns:a16="http://schemas.microsoft.com/office/drawing/2014/main" id="{E903928F-F6DA-470C-81A0-CF7D9DE034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33" name="Freeform 7">
              <a:extLst>
                <a:ext uri="{FF2B5EF4-FFF2-40B4-BE49-F238E27FC236}">
                  <a16:creationId xmlns:a16="http://schemas.microsoft.com/office/drawing/2014/main" id="{ADA095F6-E326-4450-A2D6-DB2BF989B8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34" name="Rectangle 8">
              <a:extLst>
                <a:ext uri="{FF2B5EF4-FFF2-40B4-BE49-F238E27FC236}">
                  <a16:creationId xmlns:a16="http://schemas.microsoft.com/office/drawing/2014/main" id="{6B067F9A-FDF2-49EC-B4FF-CD4B90F7892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fr-FR"/>
            </a:p>
          </p:txBody>
        </p:sp>
        <p:sp>
          <p:nvSpPr>
            <p:cNvPr id="135" name="Freeform 9">
              <a:extLst>
                <a:ext uri="{FF2B5EF4-FFF2-40B4-BE49-F238E27FC236}">
                  <a16:creationId xmlns:a16="http://schemas.microsoft.com/office/drawing/2014/main" id="{F1331213-D19D-49FC-8616-168A14565A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36" name="Freeform 10">
              <a:extLst>
                <a:ext uri="{FF2B5EF4-FFF2-40B4-BE49-F238E27FC236}">
                  <a16:creationId xmlns:a16="http://schemas.microsoft.com/office/drawing/2014/main" id="{2ADFE242-96FC-4A14-8C59-90CD6DE1D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37" name="Freeform 11">
              <a:extLst>
                <a:ext uri="{FF2B5EF4-FFF2-40B4-BE49-F238E27FC236}">
                  <a16:creationId xmlns:a16="http://schemas.microsoft.com/office/drawing/2014/main" id="{6A97B7BC-40BD-494B-9C6B-AF3045559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38" name="Freeform 12">
              <a:extLst>
                <a:ext uri="{FF2B5EF4-FFF2-40B4-BE49-F238E27FC236}">
                  <a16:creationId xmlns:a16="http://schemas.microsoft.com/office/drawing/2014/main" id="{3D7F35CF-F44C-491F-904D-A31ED832137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39" name="Freeform 13">
              <a:extLst>
                <a:ext uri="{FF2B5EF4-FFF2-40B4-BE49-F238E27FC236}">
                  <a16:creationId xmlns:a16="http://schemas.microsoft.com/office/drawing/2014/main" id="{84D9BF7E-18C2-452C-B139-4ED58D7A03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40" name="Freeform 14">
              <a:extLst>
                <a:ext uri="{FF2B5EF4-FFF2-40B4-BE49-F238E27FC236}">
                  <a16:creationId xmlns:a16="http://schemas.microsoft.com/office/drawing/2014/main" id="{700A6223-AD38-426F-A6FE-7926CAEF31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41" name="Freeform 15">
              <a:extLst>
                <a:ext uri="{FF2B5EF4-FFF2-40B4-BE49-F238E27FC236}">
                  <a16:creationId xmlns:a16="http://schemas.microsoft.com/office/drawing/2014/main" id="{D172AA94-449F-45EB-94E6-67C186C32D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42" name="Freeform 16">
              <a:extLst>
                <a:ext uri="{FF2B5EF4-FFF2-40B4-BE49-F238E27FC236}">
                  <a16:creationId xmlns:a16="http://schemas.microsoft.com/office/drawing/2014/main" id="{A7D4F697-8937-4F4C-83C5-770B3FCB82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43" name="Freeform 17">
              <a:extLst>
                <a:ext uri="{FF2B5EF4-FFF2-40B4-BE49-F238E27FC236}">
                  <a16:creationId xmlns:a16="http://schemas.microsoft.com/office/drawing/2014/main" id="{10AF1D59-5117-4D47-8414-4BB61F944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44" name="Freeform 18">
              <a:extLst>
                <a:ext uri="{FF2B5EF4-FFF2-40B4-BE49-F238E27FC236}">
                  <a16:creationId xmlns:a16="http://schemas.microsoft.com/office/drawing/2014/main" id="{2387DC33-88B3-4718-8C94-41659EA33A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45" name="Freeform 19">
              <a:extLst>
                <a:ext uri="{FF2B5EF4-FFF2-40B4-BE49-F238E27FC236}">
                  <a16:creationId xmlns:a16="http://schemas.microsoft.com/office/drawing/2014/main" id="{D4E7EC64-4763-4F04-B2E4-E400364D72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46" name="Freeform 20">
              <a:extLst>
                <a:ext uri="{FF2B5EF4-FFF2-40B4-BE49-F238E27FC236}">
                  <a16:creationId xmlns:a16="http://schemas.microsoft.com/office/drawing/2014/main" id="{581717DF-9FD4-47CB-9579-E34DF7E875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47" name="Freeform 21">
              <a:extLst>
                <a:ext uri="{FF2B5EF4-FFF2-40B4-BE49-F238E27FC236}">
                  <a16:creationId xmlns:a16="http://schemas.microsoft.com/office/drawing/2014/main" id="{BCD8EF50-6E58-4B2D-90B6-AFF236A73BC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48" name="Freeform 22">
              <a:extLst>
                <a:ext uri="{FF2B5EF4-FFF2-40B4-BE49-F238E27FC236}">
                  <a16:creationId xmlns:a16="http://schemas.microsoft.com/office/drawing/2014/main" id="{6524A268-142A-4CBF-BB8B-DC1FCBC8F7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49" name="Freeform 23">
              <a:extLst>
                <a:ext uri="{FF2B5EF4-FFF2-40B4-BE49-F238E27FC236}">
                  <a16:creationId xmlns:a16="http://schemas.microsoft.com/office/drawing/2014/main" id="{56A0E6F3-B76B-4813-B44B-56CE11A8A0C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50" name="Freeform 24">
              <a:extLst>
                <a:ext uri="{FF2B5EF4-FFF2-40B4-BE49-F238E27FC236}">
                  <a16:creationId xmlns:a16="http://schemas.microsoft.com/office/drawing/2014/main" id="{A74CED8D-B902-4B76-9CC8-30A09B2FA1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51" name="Freeform 25">
              <a:extLst>
                <a:ext uri="{FF2B5EF4-FFF2-40B4-BE49-F238E27FC236}">
                  <a16:creationId xmlns:a16="http://schemas.microsoft.com/office/drawing/2014/main" id="{ED007BD7-ED56-4566-B1FF-707160024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52" name="Freeform 26">
              <a:extLst>
                <a:ext uri="{FF2B5EF4-FFF2-40B4-BE49-F238E27FC236}">
                  <a16:creationId xmlns:a16="http://schemas.microsoft.com/office/drawing/2014/main" id="{90AD48D2-5BC8-4C80-B126-B1A201242B8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53" name="Freeform 27">
              <a:extLst>
                <a:ext uri="{FF2B5EF4-FFF2-40B4-BE49-F238E27FC236}">
                  <a16:creationId xmlns:a16="http://schemas.microsoft.com/office/drawing/2014/main" id="{BE14C82F-9F35-4D61-B758-7BCE32DECB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54" name="Freeform 28">
              <a:extLst>
                <a:ext uri="{FF2B5EF4-FFF2-40B4-BE49-F238E27FC236}">
                  <a16:creationId xmlns:a16="http://schemas.microsoft.com/office/drawing/2014/main" id="{6540CE06-9028-497A-AC64-CF0ED60A74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55" name="Freeform 29">
              <a:extLst>
                <a:ext uri="{FF2B5EF4-FFF2-40B4-BE49-F238E27FC236}">
                  <a16:creationId xmlns:a16="http://schemas.microsoft.com/office/drawing/2014/main" id="{A4825B3B-52CD-4F08-BA02-6C2B0EFEDE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56" name="Freeform 30">
              <a:extLst>
                <a:ext uri="{FF2B5EF4-FFF2-40B4-BE49-F238E27FC236}">
                  <a16:creationId xmlns:a16="http://schemas.microsoft.com/office/drawing/2014/main" id="{6877A5EF-B8B8-44D3-AA57-4BBF89206D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57" name="Freeform 31">
              <a:extLst>
                <a:ext uri="{FF2B5EF4-FFF2-40B4-BE49-F238E27FC236}">
                  <a16:creationId xmlns:a16="http://schemas.microsoft.com/office/drawing/2014/main" id="{00BB365C-9180-4208-92CF-AB6A88848C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58" name="Freeform 32">
              <a:extLst>
                <a:ext uri="{FF2B5EF4-FFF2-40B4-BE49-F238E27FC236}">
                  <a16:creationId xmlns:a16="http://schemas.microsoft.com/office/drawing/2014/main" id="{8D1134D2-53A6-41D5-AC1A-5254A2FBD08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59" name="Rectangle 33">
              <a:extLst>
                <a:ext uri="{FF2B5EF4-FFF2-40B4-BE49-F238E27FC236}">
                  <a16:creationId xmlns:a16="http://schemas.microsoft.com/office/drawing/2014/main" id="{24C7FA73-07CD-479A-9B9E-DAD4D3B2BFC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fr-FR"/>
            </a:p>
          </p:txBody>
        </p:sp>
        <p:sp>
          <p:nvSpPr>
            <p:cNvPr id="160" name="Freeform 34">
              <a:extLst>
                <a:ext uri="{FF2B5EF4-FFF2-40B4-BE49-F238E27FC236}">
                  <a16:creationId xmlns:a16="http://schemas.microsoft.com/office/drawing/2014/main" id="{AB24DF92-B081-4701-B58D-913261A00D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61" name="Freeform 35">
              <a:extLst>
                <a:ext uri="{FF2B5EF4-FFF2-40B4-BE49-F238E27FC236}">
                  <a16:creationId xmlns:a16="http://schemas.microsoft.com/office/drawing/2014/main" id="{AB4DF275-6B82-4AA9-A7A9-138E631E30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62" name="Freeform 36">
              <a:extLst>
                <a:ext uri="{FF2B5EF4-FFF2-40B4-BE49-F238E27FC236}">
                  <a16:creationId xmlns:a16="http://schemas.microsoft.com/office/drawing/2014/main" id="{972A3812-16AD-453E-B1E6-9F39894F79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63" name="Freeform 37">
              <a:extLst>
                <a:ext uri="{FF2B5EF4-FFF2-40B4-BE49-F238E27FC236}">
                  <a16:creationId xmlns:a16="http://schemas.microsoft.com/office/drawing/2014/main" id="{8FB6759A-BAD8-4073-86A2-6DDD73DE2A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64" name="Freeform 38">
              <a:extLst>
                <a:ext uri="{FF2B5EF4-FFF2-40B4-BE49-F238E27FC236}">
                  <a16:creationId xmlns:a16="http://schemas.microsoft.com/office/drawing/2014/main" id="{9FCCB0F4-1178-47C1-9EE2-234EA715C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65" name="Freeform 39">
              <a:extLst>
                <a:ext uri="{FF2B5EF4-FFF2-40B4-BE49-F238E27FC236}">
                  <a16:creationId xmlns:a16="http://schemas.microsoft.com/office/drawing/2014/main" id="{CB01BF0B-7EB0-4C18-80BE-20D2EAC048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66" name="Freeform 40">
              <a:extLst>
                <a:ext uri="{FF2B5EF4-FFF2-40B4-BE49-F238E27FC236}">
                  <a16:creationId xmlns:a16="http://schemas.microsoft.com/office/drawing/2014/main" id="{3266E9DA-C937-48E0-8F98-90A467760F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67" name="Freeform 41">
              <a:extLst>
                <a:ext uri="{FF2B5EF4-FFF2-40B4-BE49-F238E27FC236}">
                  <a16:creationId xmlns:a16="http://schemas.microsoft.com/office/drawing/2014/main" id="{A8A9C00D-0425-4E68-A1DE-BCE5BD6BBD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68" name="Freeform 42">
              <a:extLst>
                <a:ext uri="{FF2B5EF4-FFF2-40B4-BE49-F238E27FC236}">
                  <a16:creationId xmlns:a16="http://schemas.microsoft.com/office/drawing/2014/main" id="{46230904-E744-4B55-84FF-826A6B737B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69" name="Freeform 43">
              <a:extLst>
                <a:ext uri="{FF2B5EF4-FFF2-40B4-BE49-F238E27FC236}">
                  <a16:creationId xmlns:a16="http://schemas.microsoft.com/office/drawing/2014/main" id="{D4291668-8AF0-4784-BC06-870768F53F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70" name="Freeform 44">
              <a:extLst>
                <a:ext uri="{FF2B5EF4-FFF2-40B4-BE49-F238E27FC236}">
                  <a16:creationId xmlns:a16="http://schemas.microsoft.com/office/drawing/2014/main" id="{D917DCBD-774B-4AAF-92AE-D18289FFC4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71" name="Rectangle 45">
              <a:extLst>
                <a:ext uri="{FF2B5EF4-FFF2-40B4-BE49-F238E27FC236}">
                  <a16:creationId xmlns:a16="http://schemas.microsoft.com/office/drawing/2014/main" id="{9E50122E-0F19-4D65-9CB2-E22C3EA84AC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fr-FR"/>
            </a:p>
          </p:txBody>
        </p:sp>
        <p:sp>
          <p:nvSpPr>
            <p:cNvPr id="172" name="Freeform 46">
              <a:extLst>
                <a:ext uri="{FF2B5EF4-FFF2-40B4-BE49-F238E27FC236}">
                  <a16:creationId xmlns:a16="http://schemas.microsoft.com/office/drawing/2014/main" id="{BC28A765-6E8B-4352-BD0C-35474F70AC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73" name="Freeform 47">
              <a:extLst>
                <a:ext uri="{FF2B5EF4-FFF2-40B4-BE49-F238E27FC236}">
                  <a16:creationId xmlns:a16="http://schemas.microsoft.com/office/drawing/2014/main" id="{0AC30A17-F494-44EB-9817-1B8B255CE4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74" name="Freeform 48">
              <a:extLst>
                <a:ext uri="{FF2B5EF4-FFF2-40B4-BE49-F238E27FC236}">
                  <a16:creationId xmlns:a16="http://schemas.microsoft.com/office/drawing/2014/main" id="{6088D59F-32BD-4932-9C22-9AA0FCDA74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75" name="Freeform 49">
              <a:extLst>
                <a:ext uri="{FF2B5EF4-FFF2-40B4-BE49-F238E27FC236}">
                  <a16:creationId xmlns:a16="http://schemas.microsoft.com/office/drawing/2014/main" id="{B18BBE45-5F21-47FA-B291-AC802D71556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76" name="Freeform 50">
              <a:extLst>
                <a:ext uri="{FF2B5EF4-FFF2-40B4-BE49-F238E27FC236}">
                  <a16:creationId xmlns:a16="http://schemas.microsoft.com/office/drawing/2014/main" id="{A1BD992D-1C4B-4E69-A627-A45D8958E0D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77" name="Freeform 51">
              <a:extLst>
                <a:ext uri="{FF2B5EF4-FFF2-40B4-BE49-F238E27FC236}">
                  <a16:creationId xmlns:a16="http://schemas.microsoft.com/office/drawing/2014/main" id="{571C0498-7105-455E-8B0A-233F850F18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78" name="Freeform 52">
              <a:extLst>
                <a:ext uri="{FF2B5EF4-FFF2-40B4-BE49-F238E27FC236}">
                  <a16:creationId xmlns:a16="http://schemas.microsoft.com/office/drawing/2014/main" id="{F6FA78CC-C0B1-422F-B535-05580A971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79" name="Freeform 53">
              <a:extLst>
                <a:ext uri="{FF2B5EF4-FFF2-40B4-BE49-F238E27FC236}">
                  <a16:creationId xmlns:a16="http://schemas.microsoft.com/office/drawing/2014/main" id="{49A1BACF-EE5E-46F8-8968-D4CF18BC01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80" name="Freeform 54">
              <a:extLst>
                <a:ext uri="{FF2B5EF4-FFF2-40B4-BE49-F238E27FC236}">
                  <a16:creationId xmlns:a16="http://schemas.microsoft.com/office/drawing/2014/main" id="{0AF8DFAF-8AF7-453E-AED7-89E59FBD7D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81" name="Freeform 55">
              <a:extLst>
                <a:ext uri="{FF2B5EF4-FFF2-40B4-BE49-F238E27FC236}">
                  <a16:creationId xmlns:a16="http://schemas.microsoft.com/office/drawing/2014/main" id="{F8C26D97-8DA4-4556-92E4-2AE66B365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82" name="Freeform 56">
              <a:extLst>
                <a:ext uri="{FF2B5EF4-FFF2-40B4-BE49-F238E27FC236}">
                  <a16:creationId xmlns:a16="http://schemas.microsoft.com/office/drawing/2014/main" id="{EEF9D855-A8A7-44CC-919C-BEA327F2542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83" name="Freeform 57">
              <a:extLst>
                <a:ext uri="{FF2B5EF4-FFF2-40B4-BE49-F238E27FC236}">
                  <a16:creationId xmlns:a16="http://schemas.microsoft.com/office/drawing/2014/main" id="{11F0B045-803C-4067-A182-066EEB2C4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sp>
          <p:nvSpPr>
            <p:cNvPr id="184" name="Freeform 58">
              <a:extLst>
                <a:ext uri="{FF2B5EF4-FFF2-40B4-BE49-F238E27FC236}">
                  <a16:creationId xmlns:a16="http://schemas.microsoft.com/office/drawing/2014/main" id="{3C1FCACB-EFEF-4B54-99A6-E327A637C2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fr-FR"/>
            </a:p>
          </p:txBody>
        </p:sp>
      </p:grpSp>
      <p:sp>
        <p:nvSpPr>
          <p:cNvPr id="2" name="ZoneTexte 1">
            <a:extLst>
              <a:ext uri="{FF2B5EF4-FFF2-40B4-BE49-F238E27FC236}">
                <a16:creationId xmlns:a16="http://schemas.microsoft.com/office/drawing/2014/main" id="{57155C20-B1C5-ADFE-FE1A-003922058326}"/>
              </a:ext>
            </a:extLst>
          </p:cNvPr>
          <p:cNvSpPr txBox="1"/>
          <p:nvPr/>
        </p:nvSpPr>
        <p:spPr>
          <a:xfrm>
            <a:off x="1314450" y="3024188"/>
            <a:ext cx="4744591" cy="1247775"/>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4800" b="1" cap="all" dirty="0">
                <a:latin typeface="+mj-lt"/>
                <a:ea typeface="+mj-ea"/>
                <a:cs typeface="+mj-cs"/>
              </a:rPr>
              <a:t>End et demo</a:t>
            </a:r>
          </a:p>
        </p:txBody>
      </p:sp>
      <p:sp>
        <p:nvSpPr>
          <p:cNvPr id="185" name="Round Diagonal Corner Rectangle 6">
            <a:extLst>
              <a:ext uri="{FF2B5EF4-FFF2-40B4-BE49-F238E27FC236}">
                <a16:creationId xmlns:a16="http://schemas.microsoft.com/office/drawing/2014/main" id="{01958E0A-0BC1-424F-9B41-D614FC13A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5999" y="808057"/>
            <a:ext cx="5286376" cy="5234394"/>
          </a:xfrm>
          <a:prstGeom prst="round2DiagRect">
            <a:avLst>
              <a:gd name="adj1" fmla="val 6185"/>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 3" descr="Une image contenant jouet, dessin humoristique, art&#10;&#10;Description générée automatiquement">
            <a:extLst>
              <a:ext uri="{FF2B5EF4-FFF2-40B4-BE49-F238E27FC236}">
                <a16:creationId xmlns:a16="http://schemas.microsoft.com/office/drawing/2014/main" id="{B903D2B2-1318-8DD2-F566-967B6EAF611C}"/>
              </a:ext>
            </a:extLst>
          </p:cNvPr>
          <p:cNvPicPr>
            <a:picLocks noChangeAspect="1"/>
          </p:cNvPicPr>
          <p:nvPr/>
        </p:nvPicPr>
        <p:blipFill>
          <a:blip r:embed="rId4">
            <a:extLst>
              <a:ext uri="{28A0092B-C50C-407E-A947-70E740481C1C}">
                <a14:useLocalDpi xmlns:a14="http://schemas.microsoft.com/office/drawing/2010/main" val="0"/>
              </a:ext>
            </a:extLst>
          </a:blip>
          <a:srcRect t="1257" r="4" b="4"/>
          <a:stretch/>
        </p:blipFill>
        <p:spPr>
          <a:xfrm>
            <a:off x="6421396" y="1136606"/>
            <a:ext cx="4635583" cy="4577297"/>
          </a:xfrm>
          <a:prstGeom prst="rect">
            <a:avLst/>
          </a:prstGeom>
        </p:spPr>
      </p:pic>
    </p:spTree>
    <p:extLst>
      <p:ext uri="{BB962C8B-B14F-4D97-AF65-F5344CB8AC3E}">
        <p14:creationId xmlns:p14="http://schemas.microsoft.com/office/powerpoint/2010/main" val="412950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TM04033919[[fn=Circuit]]</Template>
  <TotalTime>197</TotalTime>
  <Words>270</Words>
  <Application>Microsoft Office PowerPoint</Application>
  <PresentationFormat>Grand écran</PresentationFormat>
  <Paragraphs>40</Paragraphs>
  <Slides>8</Slides>
  <Notes>1</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8</vt:i4>
      </vt:variant>
    </vt:vector>
  </HeadingPairs>
  <TitlesOfParts>
    <vt:vector size="18" baseType="lpstr">
      <vt:lpstr>ADLaM Display</vt:lpstr>
      <vt:lpstr>Agency FB</vt:lpstr>
      <vt:lpstr>Algerian</vt:lpstr>
      <vt:lpstr>Aptos</vt:lpstr>
      <vt:lpstr>Arial</vt:lpstr>
      <vt:lpstr>Consolas</vt:lpstr>
      <vt:lpstr>Times New Roman</vt:lpstr>
      <vt:lpstr>Tw Cen MT</vt:lpstr>
      <vt:lpstr>Wingdings</vt:lpstr>
      <vt:lpstr>Circuit</vt:lpstr>
      <vt:lpstr>Présentation PowerPoint</vt:lpstr>
      <vt:lpstr>Présentation PowerPoint</vt:lpstr>
      <vt:lpstr>INTRODUCTION</vt:lpstr>
      <vt:lpstr>ii.    STRUCTURE ET DESCRIPTION DU PROJET </vt:lpstr>
      <vt:lpstr>III.     Fonctionnement DU PROGRAMME </vt:lpstr>
      <vt:lpstr>Présentation PowerPoint</vt:lpstr>
      <vt:lpstr>IV.     CONCLUSION </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Terryl Ngueti</dc:creator>
  <cp:lastModifiedBy>Terryl Ngueti</cp:lastModifiedBy>
  <cp:revision>2</cp:revision>
  <dcterms:created xsi:type="dcterms:W3CDTF">2024-12-13T10:07:25Z</dcterms:created>
  <dcterms:modified xsi:type="dcterms:W3CDTF">2024-12-13T14:20:39Z</dcterms:modified>
</cp:coreProperties>
</file>